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9753600" cy="130048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ctr" defTabSz="231190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286"/>
    <p:restoredTop sz="94607"/>
  </p:normalViewPr>
  <p:slideViewPr>
    <p:cSldViewPr snapToGrid="0">
      <p:cViewPr varScale="1">
        <p:scale>
          <a:sx n="51" d="100"/>
          <a:sy n="51" d="100"/>
        </p:scale>
        <p:origin x="19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23875" y="9337916"/>
            <a:ext cx="8705851" cy="345795"/>
          </a:xfrm>
          <a:prstGeom prst="rect">
            <a:avLst/>
          </a:prstGeom>
        </p:spPr>
        <p:txBody>
          <a:bodyPr anchor="b"/>
          <a:lstStyle>
            <a:lvl1pPr defTabSz="508752">
              <a:defRPr sz="2080"/>
            </a:lvl1pPr>
          </a:lstStyle>
          <a:p>
            <a:r>
              <a:t>作者と日付</a:t>
            </a:r>
          </a:p>
        </p:txBody>
      </p:sp>
      <p:sp>
        <p:nvSpPr>
          <p:cNvPr id="12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プレゼンテーションのタイトル</a:t>
            </a:r>
          </a:p>
        </p:txBody>
      </p:sp>
      <p:sp>
        <p:nvSpPr>
          <p:cNvPr id="13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>
            <a:spLocks noGrp="1"/>
          </p:cNvSpPr>
          <p:nvPr>
            <p:ph type="pic" idx="21"/>
          </p:nvPr>
        </p:nvSpPr>
        <p:spPr>
          <a:xfrm>
            <a:off x="-282575" y="2157879"/>
            <a:ext cx="13376739" cy="801164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6731000"/>
            <a:ext cx="8705850" cy="2476500"/>
          </a:xfrm>
          <a:prstGeom prst="rect">
            <a:avLst/>
          </a:prstGeom>
        </p:spPr>
        <p:txBody>
          <a:bodyPr/>
          <a:lstStyle/>
          <a:p>
            <a:r>
              <a:t>プレゼンテーションのタイトル</a:t>
            </a:r>
          </a:p>
        </p:txBody>
      </p:sp>
      <p:sp>
        <p:nvSpPr>
          <p:cNvPr id="23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3875" y="9169400"/>
            <a:ext cx="8705850" cy="517327"/>
          </a:xfrm>
          <a:prstGeom prst="rect">
            <a:avLst/>
          </a:prstGeom>
        </p:spPr>
        <p:txBody>
          <a:bodyPr/>
          <a:lstStyle/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作者と日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23875" y="3273425"/>
            <a:ext cx="8705851" cy="345795"/>
          </a:xfrm>
          <a:prstGeom prst="rect">
            <a:avLst/>
          </a:prstGeom>
        </p:spPr>
        <p:txBody>
          <a:bodyPr/>
          <a:lstStyle>
            <a:lvl1pPr defTabSz="508752">
              <a:defRPr sz="2080"/>
            </a:lvl1pPr>
          </a:lstStyle>
          <a:p>
            <a:r>
              <a:t>作者と日付</a:t>
            </a:r>
          </a:p>
        </p:txBody>
      </p:sp>
      <p:sp>
        <p:nvSpPr>
          <p:cNvPr id="25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256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 "/>
          <p:cNvSpPr>
            <a:spLocks noGrp="1"/>
          </p:cNvSpPr>
          <p:nvPr>
            <p:ph type="pic" sz="half" idx="21"/>
          </p:nvPr>
        </p:nvSpPr>
        <p:spPr>
          <a:xfrm>
            <a:off x="3989347" y="3216275"/>
            <a:ext cx="5657851" cy="65850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3875" y="6597650"/>
            <a:ext cx="3829050" cy="3033425"/>
          </a:xfrm>
          <a:prstGeom prst="rect">
            <a:avLst/>
          </a:prstGeom>
        </p:spPr>
        <p:txBody>
          <a:bodyPr/>
          <a:lstStyle/>
          <a:p>
            <a:r>
              <a:t>スライドのサブタイトル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3364200"/>
            <a:ext cx="3829050" cy="3290600"/>
          </a:xfrm>
          <a:prstGeom prst="rect">
            <a:avLst/>
          </a:prstGeom>
        </p:spPr>
        <p:txBody>
          <a:bodyPr/>
          <a:lstStyle>
            <a:lvl1pPr>
              <a:defRPr sz="8000" spc="-159"/>
            </a:lvl1pPr>
          </a:lstStyle>
          <a:p>
            <a:r>
              <a:t>スライドのタイトル</a:t>
            </a:r>
          </a:p>
        </p:txBody>
      </p:sp>
      <p:sp>
        <p:nvSpPr>
          <p:cNvPr id="35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23875" y="5064125"/>
            <a:ext cx="8705850" cy="4572000"/>
          </a:xfrm>
          <a:prstGeom prst="rect">
            <a:avLst/>
          </a:prstGeom>
        </p:spPr>
        <p:txBody>
          <a:bodyPr/>
          <a:lstStyle>
            <a:lvl1pPr marL="508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marL="889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marL="1270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marL="1651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marL="2032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23875" y="3904533"/>
            <a:ext cx="8705851" cy="503852"/>
          </a:xfrm>
          <a:prstGeom prst="rect">
            <a:avLst/>
          </a:prstGeom>
        </p:spPr>
        <p:txBody>
          <a:bodyPr/>
          <a:lstStyle>
            <a:lvl1pPr defTabSz="540060">
              <a:defRPr sz="3450"/>
            </a:lvl1pPr>
          </a:lstStyle>
          <a:p>
            <a:r>
              <a:t>スライドのサブタイトル</a:t>
            </a:r>
          </a:p>
        </p:txBody>
      </p:sp>
      <p:sp>
        <p:nvSpPr>
          <p:cNvPr id="44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3175000"/>
            <a:ext cx="8705850" cy="762000"/>
          </a:xfrm>
          <a:prstGeom prst="rect">
            <a:avLst/>
          </a:prstGeom>
        </p:spPr>
        <p:txBody>
          <a:bodyPr anchor="t"/>
          <a:lstStyle>
            <a:lvl1pPr>
              <a:defRPr sz="8000" spc="-159"/>
            </a:lvl1pPr>
          </a:lstStyle>
          <a:p>
            <a:r>
              <a:t>スライドのタイトル</a:t>
            </a:r>
          </a:p>
        </p:txBody>
      </p:sp>
      <p:sp>
        <p:nvSpPr>
          <p:cNvPr id="45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23875" y="5064125"/>
            <a:ext cx="8705850" cy="4572000"/>
          </a:xfrm>
          <a:prstGeom prst="rect">
            <a:avLst/>
          </a:prstGeom>
        </p:spPr>
        <p:txBody>
          <a:bodyPr numCol="2" spcCol="442018"/>
          <a:lstStyle>
            <a:lvl1pPr marL="508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marL="889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marL="1270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marL="1651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marL="2032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パセリバター、煎りヘーゼルナッツ、削ったパルメザンチーズがかかったパッパルデッレパスタ1皿"/>
          <p:cNvSpPr>
            <a:spLocks noGrp="1"/>
          </p:cNvSpPr>
          <p:nvPr>
            <p:ph type="pic" sz="half" idx="21"/>
          </p:nvPr>
        </p:nvSpPr>
        <p:spPr>
          <a:xfrm>
            <a:off x="4629150" y="3292475"/>
            <a:ext cx="4836319" cy="64484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3178175"/>
            <a:ext cx="3829050" cy="762000"/>
          </a:xfrm>
          <a:prstGeom prst="rect">
            <a:avLst/>
          </a:prstGeom>
        </p:spPr>
        <p:txBody>
          <a:bodyPr anchor="t"/>
          <a:lstStyle>
            <a:lvl1pPr>
              <a:defRPr sz="8000" spc="-159"/>
            </a:lvl1pPr>
          </a:lstStyle>
          <a:p>
            <a:r>
              <a:t>スライドのタイトル</a:t>
            </a:r>
          </a:p>
        </p:txBody>
      </p:sp>
      <p:sp>
        <p:nvSpPr>
          <p:cNvPr id="62" name="スライドのサブタイトル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23875" y="3904533"/>
            <a:ext cx="3829050" cy="503852"/>
          </a:xfrm>
          <a:prstGeom prst="rect">
            <a:avLst/>
          </a:prstGeom>
        </p:spPr>
        <p:txBody>
          <a:bodyPr/>
          <a:lstStyle>
            <a:lvl1pPr defTabSz="422655">
              <a:defRPr sz="2700"/>
            </a:lvl1pPr>
          </a:lstStyle>
          <a:p>
            <a:r>
              <a:t>スライドのサブタイトル</a:t>
            </a:r>
          </a:p>
        </p:txBody>
      </p:sp>
      <p:sp>
        <p:nvSpPr>
          <p:cNvPr id="63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3875" y="5454947"/>
            <a:ext cx="3829050" cy="4194871"/>
          </a:xfrm>
          <a:prstGeom prst="rect">
            <a:avLst/>
          </a:prstGeom>
        </p:spPr>
        <p:txBody>
          <a:bodyPr/>
          <a:lstStyle>
            <a:lvl1pPr marL="508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marL="889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marL="1270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marL="1651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marL="2032000" indent="-508000" defTabSz="2311906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セクション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5264150"/>
            <a:ext cx="8705850" cy="24765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r>
              <a:t>セクションタイトル</a:t>
            </a:r>
          </a:p>
        </p:txBody>
      </p:sp>
      <p:sp>
        <p:nvSpPr>
          <p:cNvPr id="72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3175000"/>
            <a:ext cx="8705850" cy="762000"/>
          </a:xfrm>
          <a:prstGeom prst="rect">
            <a:avLst/>
          </a:prstGeom>
        </p:spPr>
        <p:txBody>
          <a:bodyPr anchor="t"/>
          <a:lstStyle>
            <a:lvl1pPr>
              <a:defRPr sz="8000" spc="-159"/>
            </a:lvl1pPr>
          </a:lstStyle>
          <a:p>
            <a:r>
              <a:t>スライドのタイトル</a:t>
            </a:r>
          </a:p>
        </p:txBody>
      </p:sp>
      <p:sp>
        <p:nvSpPr>
          <p:cNvPr id="80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23875" y="3904533"/>
            <a:ext cx="8705851" cy="503852"/>
          </a:xfrm>
          <a:prstGeom prst="rect">
            <a:avLst/>
          </a:prstGeom>
        </p:spPr>
        <p:txBody>
          <a:bodyPr/>
          <a:lstStyle>
            <a:lvl1pPr defTabSz="540060">
              <a:defRPr sz="3450"/>
            </a:lvl1pPr>
          </a:lstStyle>
          <a:p>
            <a:r>
              <a:t>スライドのサブタイトル</a:t>
            </a:r>
          </a:p>
        </p:txBody>
      </p:sp>
      <p:sp>
        <p:nvSpPr>
          <p:cNvPr id="81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議題の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3178175"/>
            <a:ext cx="8705850" cy="762000"/>
          </a:xfrm>
          <a:prstGeom prst="rect">
            <a:avLst/>
          </a:prstGeom>
        </p:spPr>
        <p:txBody>
          <a:bodyPr anchor="t"/>
          <a:lstStyle>
            <a:lvl1pPr>
              <a:defRPr sz="8000" spc="-159"/>
            </a:lvl1pPr>
          </a:lstStyle>
          <a:p>
            <a:r>
              <a:t>議題のタイトル</a:t>
            </a:r>
          </a:p>
        </p:txBody>
      </p:sp>
      <p:sp>
        <p:nvSpPr>
          <p:cNvPr id="89" name="議題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23875" y="3902075"/>
            <a:ext cx="8705851" cy="503851"/>
          </a:xfrm>
          <a:prstGeom prst="rect">
            <a:avLst/>
          </a:prstGeom>
        </p:spPr>
        <p:txBody>
          <a:bodyPr/>
          <a:lstStyle>
            <a:lvl1pPr defTabSz="540060">
              <a:defRPr sz="3450"/>
            </a:lvl1pPr>
          </a:lstStyle>
          <a:p>
            <a:r>
              <a:t>議題のサブタイトル</a:t>
            </a:r>
          </a:p>
        </p:txBody>
      </p:sp>
      <p:sp>
        <p:nvSpPr>
          <p:cNvPr id="90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23875" y="5064125"/>
            <a:ext cx="8705850" cy="4572000"/>
          </a:xfrm>
          <a:prstGeom prst="rect">
            <a:avLst/>
          </a:prstGeom>
        </p:spPr>
        <p:txBody>
          <a:bodyPr/>
          <a:lstStyle>
            <a:lvl1pPr defTabSz="2311906">
              <a:lnSpc>
                <a:spcPct val="90000"/>
              </a:lnSpc>
              <a:spcBef>
                <a:spcPts val="1700"/>
              </a:spcBef>
              <a:defRPr spc="-5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defTabSz="2311906">
              <a:lnSpc>
                <a:spcPct val="90000"/>
              </a:lnSpc>
              <a:spcBef>
                <a:spcPts val="1700"/>
              </a:spcBef>
              <a:defRPr spc="-5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defTabSz="2311906">
              <a:lnSpc>
                <a:spcPct val="90000"/>
              </a:lnSpc>
              <a:spcBef>
                <a:spcPts val="1700"/>
              </a:spcBef>
              <a:defRPr spc="-5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defTabSz="2311906">
              <a:lnSpc>
                <a:spcPct val="90000"/>
              </a:lnSpc>
              <a:spcBef>
                <a:spcPts val="1700"/>
              </a:spcBef>
              <a:defRPr spc="-5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defTabSz="2311906">
              <a:lnSpc>
                <a:spcPct val="90000"/>
              </a:lnSpc>
              <a:spcBef>
                <a:spcPts val="1700"/>
              </a:spcBef>
              <a:defRPr spc="-5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r>
              <a:t>議題のトピック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3875" y="5521325"/>
            <a:ext cx="8705850" cy="1963341"/>
          </a:xfrm>
          <a:prstGeom prst="rect">
            <a:avLst/>
          </a:prstGeom>
        </p:spPr>
        <p:txBody>
          <a:bodyPr anchor="ctr"/>
          <a:lstStyle>
            <a:lvl1pPr algn="ctr" defTabSz="2311906">
              <a:lnSpc>
                <a:spcPct val="80000"/>
              </a:lnSpc>
              <a:defRPr sz="10800" spc="-215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algn="ctr" defTabSz="2311906">
              <a:lnSpc>
                <a:spcPct val="80000"/>
              </a:lnSpc>
              <a:defRPr sz="10800" spc="-215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algn="ctr" defTabSz="2311906">
              <a:lnSpc>
                <a:spcPct val="80000"/>
              </a:lnSpc>
              <a:defRPr sz="10800" spc="-215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algn="ctr" defTabSz="2311906">
              <a:lnSpc>
                <a:spcPct val="80000"/>
              </a:lnSpc>
              <a:defRPr sz="10800" spc="-215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algn="ctr" defTabSz="2311906">
              <a:lnSpc>
                <a:spcPct val="80000"/>
              </a:lnSpc>
              <a:defRPr sz="10800" spc="-215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r>
              <a:t>ステートメント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ファクト情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23875" y="7502284"/>
            <a:ext cx="8705850" cy="503852"/>
          </a:xfrm>
          <a:prstGeom prst="rect">
            <a:avLst/>
          </a:prstGeom>
        </p:spPr>
        <p:txBody>
          <a:bodyPr/>
          <a:lstStyle>
            <a:lvl1pPr algn="ctr" defTabSz="1595215">
              <a:defRPr sz="3450"/>
            </a:lvl1pPr>
          </a:lstStyle>
          <a:p>
            <a:r>
              <a:t>ファクト情報</a:t>
            </a:r>
          </a:p>
        </p:txBody>
      </p:sp>
      <p:sp>
        <p:nvSpPr>
          <p:cNvPr id="107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23875" y="3594100"/>
            <a:ext cx="8705850" cy="3908185"/>
          </a:xfrm>
          <a:prstGeom prst="rect">
            <a:avLst/>
          </a:prstGeom>
        </p:spPr>
        <p:txBody>
          <a:bodyPr anchor="b"/>
          <a:lstStyle>
            <a:lvl1pPr algn="ctr" defTabSz="2311906">
              <a:lnSpc>
                <a:spcPct val="80000"/>
              </a:lnSpc>
              <a:defRPr sz="23400" spc="-233"/>
            </a:lvl1pPr>
            <a:lvl2pPr algn="ctr" defTabSz="2311906">
              <a:lnSpc>
                <a:spcPct val="80000"/>
              </a:lnSpc>
              <a:defRPr sz="23400" spc="-233"/>
            </a:lvl2pPr>
            <a:lvl3pPr algn="ctr" defTabSz="2311906">
              <a:lnSpc>
                <a:spcPct val="80000"/>
              </a:lnSpc>
              <a:defRPr sz="23400" spc="-233"/>
            </a:lvl3pPr>
            <a:lvl4pPr algn="ctr" defTabSz="2311906">
              <a:lnSpc>
                <a:spcPct val="80000"/>
              </a:lnSpc>
              <a:defRPr sz="23400" spc="-233"/>
            </a:lvl4pPr>
            <a:lvl5pPr algn="ctr" defTabSz="2311906">
              <a:lnSpc>
                <a:spcPct val="80000"/>
              </a:lnSpc>
              <a:defRPr sz="23400" spc="-233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52450" y="5635625"/>
            <a:ext cx="8648700" cy="1743075"/>
          </a:xfrm>
          <a:prstGeom prst="rect">
            <a:avLst/>
          </a:prstGeom>
        </p:spPr>
        <p:txBody>
          <a:bodyPr anchor="ctr"/>
          <a:lstStyle>
            <a:lvl1pPr marL="609600" indent="-457200" defTabSz="2311906">
              <a:lnSpc>
                <a:spcPct val="90000"/>
              </a:lnSpc>
              <a:defRPr sz="8000" spc="-159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marL="609600" indent="0" defTabSz="2311906">
              <a:lnSpc>
                <a:spcPct val="90000"/>
              </a:lnSpc>
              <a:defRPr sz="8000" spc="-159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marL="609600" indent="457200" defTabSz="2311906">
              <a:lnSpc>
                <a:spcPct val="90000"/>
              </a:lnSpc>
              <a:defRPr sz="8000" spc="-159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marL="609600" indent="914400" defTabSz="2311906">
              <a:lnSpc>
                <a:spcPct val="90000"/>
              </a:lnSpc>
              <a:defRPr sz="8000" spc="-159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marL="609600" indent="1371600" defTabSz="2311906">
              <a:lnSpc>
                <a:spcPct val="90000"/>
              </a:lnSpc>
              <a:defRPr sz="8000" spc="-159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r>
              <a:t>“重要な引用”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4400" y="7664450"/>
            <a:ext cx="8286750" cy="345795"/>
          </a:xfrm>
          <a:prstGeom prst="rect">
            <a:avLst/>
          </a:prstGeom>
        </p:spPr>
        <p:txBody>
          <a:bodyPr/>
          <a:lstStyle>
            <a:lvl1pPr defTabSz="508752">
              <a:defRPr sz="2080"/>
            </a:lvl1pPr>
          </a:lstStyle>
          <a:p>
            <a:r>
              <a:t>属性</a:t>
            </a:r>
          </a:p>
        </p:txBody>
      </p:sp>
      <p:sp>
        <p:nvSpPr>
          <p:cNvPr id="11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パセリバター、煎りヘーゼルナッツ、削ったパルメザンチーズがかかったパッパルデッレパスタ1皿"/>
          <p:cNvSpPr>
            <a:spLocks noGrp="1"/>
          </p:cNvSpPr>
          <p:nvPr>
            <p:ph type="pic" idx="21"/>
          </p:nvPr>
        </p:nvSpPr>
        <p:spPr>
          <a:xfrm>
            <a:off x="-1562100" y="3360468"/>
            <a:ext cx="8373892" cy="628042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炒飯、ゆで卵、箸が添えられたボウル1杯のサラダ"/>
          <p:cNvSpPr>
            <a:spLocks noGrp="1"/>
          </p:cNvSpPr>
          <p:nvPr>
            <p:ph type="pic" sz="quarter" idx="22"/>
          </p:nvPr>
        </p:nvSpPr>
        <p:spPr>
          <a:xfrm>
            <a:off x="4948237" y="3063875"/>
            <a:ext cx="4305301" cy="34442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サーモンケーキ、サラダ、フムスが入ったボウル"/>
          <p:cNvSpPr>
            <a:spLocks noGrp="1"/>
          </p:cNvSpPr>
          <p:nvPr>
            <p:ph type="pic" sz="half" idx="23"/>
          </p:nvPr>
        </p:nvSpPr>
        <p:spPr>
          <a:xfrm>
            <a:off x="3738562" y="4906860"/>
            <a:ext cx="5953126" cy="6928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炒飯、ゆで卵、箸が添えられたボウル1杯のサラダ"/>
          <p:cNvSpPr>
            <a:spLocks noGrp="1"/>
          </p:cNvSpPr>
          <p:nvPr>
            <p:ph type="pic" idx="21"/>
          </p:nvPr>
        </p:nvSpPr>
        <p:spPr>
          <a:xfrm>
            <a:off x="-762000" y="2054225"/>
            <a:ext cx="10820400" cy="865632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6307" y="9696157"/>
            <a:ext cx="355906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xfrm>
            <a:off x="523875" y="4235450"/>
            <a:ext cx="8706793" cy="2476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b">
            <a:normAutofit/>
          </a:bodyPr>
          <a:lstStyle/>
          <a:p>
            <a:r>
              <a:t>プレゼンテーションのタイトル</a:t>
            </a:r>
          </a:p>
        </p:txBody>
      </p:sp>
      <p:sp>
        <p:nvSpPr>
          <p:cNvPr id="3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523875" y="6673850"/>
            <a:ext cx="8705850" cy="1092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4698847" y="9696157"/>
            <a:ext cx="355906" cy="279401"/>
          </a:xfrm>
          <a:prstGeom prst="rect">
            <a:avLst/>
          </a:prstGeom>
          <a:ln w="3175">
            <a:miter lim="400000"/>
          </a:ln>
        </p:spPr>
        <p:txBody>
          <a:bodyPr wrap="none" lIns="38100" tIns="38100" rIns="38100" bIns="38100" anchor="b">
            <a:spAutoFit/>
          </a:bodyPr>
          <a:lstStyle>
            <a:lvl1pPr defTabSz="778933">
              <a:defRPr sz="1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31190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800" b="0" i="0" u="none" strike="noStrike" cap="none" spc="-215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0" marR="0" indent="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78269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bodyStyle>
    <p:otherStyle>
      <a:lvl1pPr marL="0" marR="0" indent="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778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コールアウト"/>
          <p:cNvSpPr/>
          <p:nvPr/>
        </p:nvSpPr>
        <p:spPr>
          <a:xfrm>
            <a:off x="7439604" y="1448016"/>
            <a:ext cx="1980804" cy="1881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5714"/>
                </a:moveTo>
                <a:lnTo>
                  <a:pt x="0" y="5886"/>
                </a:lnTo>
                <a:cubicBezTo>
                  <a:pt x="0" y="2635"/>
                  <a:pt x="2504" y="0"/>
                  <a:pt x="5592" y="0"/>
                </a:cubicBezTo>
                <a:lnTo>
                  <a:pt x="16008" y="0"/>
                </a:lnTo>
                <a:cubicBezTo>
                  <a:pt x="19096" y="0"/>
                  <a:pt x="21600" y="2635"/>
                  <a:pt x="21600" y="5886"/>
                </a:cubicBezTo>
                <a:lnTo>
                  <a:pt x="21600" y="15714"/>
                </a:lnTo>
                <a:cubicBezTo>
                  <a:pt x="21600" y="18965"/>
                  <a:pt x="19096" y="21600"/>
                  <a:pt x="16008" y="21600"/>
                </a:cubicBezTo>
                <a:lnTo>
                  <a:pt x="5592" y="21600"/>
                </a:lnTo>
                <a:cubicBezTo>
                  <a:pt x="2504" y="21600"/>
                  <a:pt x="0" y="18965"/>
                  <a:pt x="0" y="15714"/>
                </a:cubicBezTo>
                <a:close/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動画は本シートに…"/>
          <p:cNvSpPr txBox="1"/>
          <p:nvPr/>
        </p:nvSpPr>
        <p:spPr>
          <a:xfrm>
            <a:off x="7560055" y="1630116"/>
            <a:ext cx="1739901" cy="151765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/>
          <a:p>
            <a:pPr algn="l">
              <a:defRPr sz="1300">
                <a:solidFill>
                  <a:srgbClr val="212121"/>
                </a:solidFill>
              </a:defRPr>
            </a:pPr>
            <a:r>
              <a:t>動画は本シートに</a:t>
            </a:r>
          </a:p>
          <a:p>
            <a:pPr algn="l">
              <a:defRPr sz="1300">
                <a:solidFill>
                  <a:srgbClr val="212121"/>
                </a:solidFill>
              </a:defRPr>
            </a:pPr>
            <a:r>
              <a:t>記載の</a:t>
            </a:r>
            <a:r>
              <a:rPr u="sng"/>
              <a:t>QRコード</a:t>
            </a:r>
          </a:p>
          <a:p>
            <a:pPr algn="l">
              <a:defRPr sz="1300" u="sng">
                <a:solidFill>
                  <a:srgbClr val="212121"/>
                </a:solidFill>
              </a:defRPr>
            </a:pPr>
            <a:r>
              <a:t>またはURLからのみ</a:t>
            </a:r>
          </a:p>
          <a:p>
            <a:pPr algn="l">
              <a:defRPr sz="1300">
                <a:solidFill>
                  <a:srgbClr val="212121"/>
                </a:solidFill>
              </a:defRPr>
            </a:pPr>
            <a:r>
              <a:rPr u="sng"/>
              <a:t>視聴できます</a:t>
            </a:r>
            <a:r>
              <a:t>ので、</a:t>
            </a:r>
          </a:p>
          <a:p>
            <a:pPr algn="l">
              <a:defRPr sz="1300">
                <a:solidFill>
                  <a:srgbClr val="212121"/>
                </a:solidFill>
              </a:defRPr>
            </a:pPr>
            <a:r>
              <a:t>他の方が視聴すること</a:t>
            </a:r>
          </a:p>
          <a:p>
            <a:pPr algn="l">
              <a:defRPr sz="1300">
                <a:solidFill>
                  <a:srgbClr val="212121"/>
                </a:solidFill>
              </a:defRPr>
            </a:pPr>
            <a:r>
              <a:t>はありません。</a:t>
            </a:r>
          </a:p>
        </p:txBody>
      </p:sp>
      <p:pic>
        <p:nvPicPr>
          <p:cNvPr id="220" name="denkyuu_on.png" descr="denkyuu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">
            <a:off x="8882264" y="1132589"/>
            <a:ext cx="630344" cy="779271"/>
          </a:xfrm>
          <a:prstGeom prst="rect">
            <a:avLst/>
          </a:prstGeom>
          <a:ln w="3175">
            <a:miter lim="400000"/>
          </a:ln>
        </p:spPr>
      </p:pic>
      <p:pic>
        <p:nvPicPr>
          <p:cNvPr id="221" name="23023039.png" descr="230230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166" y="4508515"/>
            <a:ext cx="4238039" cy="6070601"/>
          </a:xfrm>
          <a:prstGeom prst="rect">
            <a:avLst/>
          </a:prstGeom>
          <a:ln w="3175">
            <a:miter lim="400000"/>
          </a:ln>
        </p:spPr>
      </p:pic>
      <p:pic>
        <p:nvPicPr>
          <p:cNvPr id="222" name="22691701.png" descr="22691701.png"/>
          <p:cNvPicPr>
            <a:picLocks noChangeAspect="1"/>
          </p:cNvPicPr>
          <p:nvPr/>
        </p:nvPicPr>
        <p:blipFill>
          <a:blip r:embed="rId4"/>
          <a:srcRect l="50374"/>
          <a:stretch>
            <a:fillRect/>
          </a:stretch>
        </p:blipFill>
        <p:spPr>
          <a:xfrm>
            <a:off x="6106833" y="4399768"/>
            <a:ext cx="3273872" cy="6070601"/>
          </a:xfrm>
          <a:prstGeom prst="rect">
            <a:avLst/>
          </a:prstGeom>
          <a:ln w="3175">
            <a:miter lim="400000"/>
          </a:ln>
        </p:spPr>
      </p:pic>
      <p:sp>
        <p:nvSpPr>
          <p:cNvPr id="223" name="痛みのある部位"/>
          <p:cNvSpPr txBox="1"/>
          <p:nvPr/>
        </p:nvSpPr>
        <p:spPr>
          <a:xfrm>
            <a:off x="2013486" y="1662673"/>
            <a:ext cx="1333501" cy="254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>
              <a:defRPr sz="1400">
                <a:solidFill>
                  <a:srgbClr val="000000"/>
                </a:solidFill>
              </a:defRPr>
            </a:lvl1pPr>
          </a:lstStyle>
          <a:p>
            <a:r>
              <a:t>痛みのある部位</a:t>
            </a:r>
          </a:p>
        </p:txBody>
      </p:sp>
      <p:sp>
        <p:nvSpPr>
          <p:cNvPr id="224" name="楕円"/>
          <p:cNvSpPr/>
          <p:nvPr/>
        </p:nvSpPr>
        <p:spPr>
          <a:xfrm>
            <a:off x="569380" y="1515732"/>
            <a:ext cx="586465" cy="547884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  <a:alpha val="50245"/>
            </a:schemeClr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5" name="矢印"/>
          <p:cNvSpPr/>
          <p:nvPr/>
        </p:nvSpPr>
        <p:spPr>
          <a:xfrm>
            <a:off x="5551756" y="3335353"/>
            <a:ext cx="586465" cy="198785"/>
          </a:xfrm>
          <a:prstGeom prst="rightArrow">
            <a:avLst>
              <a:gd name="adj1" fmla="val 32000"/>
              <a:gd name="adj2" fmla="val 188817"/>
            </a:avLst>
          </a:prstGeom>
          <a:solidFill>
            <a:srgbClr val="00000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6" name="関節拘縮のある関節"/>
          <p:cNvSpPr txBox="1"/>
          <p:nvPr/>
        </p:nvSpPr>
        <p:spPr>
          <a:xfrm>
            <a:off x="1962686" y="2346749"/>
            <a:ext cx="1689101" cy="254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>
              <a:defRPr sz="1400">
                <a:solidFill>
                  <a:srgbClr val="000000"/>
                </a:solidFill>
              </a:defRPr>
            </a:lvl1pPr>
          </a:lstStyle>
          <a:p>
            <a:r>
              <a:t>関節拘縮のある関節</a:t>
            </a:r>
          </a:p>
        </p:txBody>
      </p:sp>
      <p:sp>
        <p:nvSpPr>
          <p:cNvPr id="227" name="楕円"/>
          <p:cNvSpPr/>
          <p:nvPr/>
        </p:nvSpPr>
        <p:spPr>
          <a:xfrm>
            <a:off x="569380" y="2199807"/>
            <a:ext cx="586465" cy="547885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  <a:alpha val="50245"/>
            </a:schemeClr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" name="円形"/>
          <p:cNvSpPr/>
          <p:nvPr/>
        </p:nvSpPr>
        <p:spPr>
          <a:xfrm>
            <a:off x="615442" y="2883882"/>
            <a:ext cx="545141" cy="547885"/>
          </a:xfrm>
          <a:prstGeom prst="ellipse">
            <a:avLst/>
          </a:prstGeom>
          <a:solidFill>
            <a:schemeClr val="accent4">
              <a:hueOff val="-476017"/>
              <a:lumOff val="-10042"/>
              <a:alpha val="50072"/>
            </a:schemeClr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9" name="線"/>
          <p:cNvSpPr/>
          <p:nvPr/>
        </p:nvSpPr>
        <p:spPr>
          <a:xfrm>
            <a:off x="1345360" y="3157824"/>
            <a:ext cx="42781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8100" tIns="38100" rIns="38100" bIns="38100" anchor="ctr"/>
          <a:lstStyle/>
          <a:p>
            <a:endParaRPr/>
          </a:p>
        </p:txBody>
      </p:sp>
      <p:sp>
        <p:nvSpPr>
          <p:cNvPr id="230" name="筋肉の硬さのある部位"/>
          <p:cNvSpPr txBox="1"/>
          <p:nvPr/>
        </p:nvSpPr>
        <p:spPr>
          <a:xfrm>
            <a:off x="1838328" y="3030824"/>
            <a:ext cx="1866901" cy="254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r>
              <a:t>筋肉の硬さのある部位</a:t>
            </a:r>
          </a:p>
        </p:txBody>
      </p:sp>
      <p:sp>
        <p:nvSpPr>
          <p:cNvPr id="231" name="円形"/>
          <p:cNvSpPr/>
          <p:nvPr/>
        </p:nvSpPr>
        <p:spPr>
          <a:xfrm>
            <a:off x="590042" y="3567958"/>
            <a:ext cx="545141" cy="547884"/>
          </a:xfrm>
          <a:prstGeom prst="ellipse">
            <a:avLst/>
          </a:prstGeom>
          <a:solidFill>
            <a:schemeClr val="accent1">
              <a:lumOff val="-13575"/>
              <a:alpha val="50280"/>
            </a:schemeClr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2" name="線"/>
          <p:cNvSpPr/>
          <p:nvPr/>
        </p:nvSpPr>
        <p:spPr>
          <a:xfrm>
            <a:off x="1370760" y="3841899"/>
            <a:ext cx="42781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8100" tIns="38100" rIns="38100" bIns="38100" anchor="ctr"/>
          <a:lstStyle/>
          <a:p>
            <a:endParaRPr/>
          </a:p>
        </p:txBody>
      </p:sp>
      <p:sp>
        <p:nvSpPr>
          <p:cNvPr id="233" name="感覚異常のある部位"/>
          <p:cNvSpPr txBox="1"/>
          <p:nvPr/>
        </p:nvSpPr>
        <p:spPr>
          <a:xfrm>
            <a:off x="1863728" y="3714899"/>
            <a:ext cx="1689101" cy="254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r>
              <a:t>感覚異常のある部位</a:t>
            </a:r>
          </a:p>
        </p:txBody>
      </p:sp>
      <p:pic>
        <p:nvPicPr>
          <p:cNvPr id="234" name="22691701.png" descr="22691701.png"/>
          <p:cNvPicPr>
            <a:picLocks noChangeAspect="1"/>
          </p:cNvPicPr>
          <p:nvPr/>
        </p:nvPicPr>
        <p:blipFill>
          <a:blip r:embed="rId4"/>
          <a:srcRect r="48753"/>
          <a:stretch>
            <a:fillRect/>
          </a:stretch>
        </p:blipFill>
        <p:spPr>
          <a:xfrm>
            <a:off x="450632" y="4398974"/>
            <a:ext cx="3381810" cy="6072348"/>
          </a:xfrm>
          <a:prstGeom prst="rect">
            <a:avLst/>
          </a:prstGeom>
          <a:ln w="3175">
            <a:miter lim="400000"/>
          </a:ln>
        </p:spPr>
      </p:pic>
      <p:sp>
        <p:nvSpPr>
          <p:cNvPr id="235" name="線"/>
          <p:cNvSpPr/>
          <p:nvPr/>
        </p:nvSpPr>
        <p:spPr>
          <a:xfrm>
            <a:off x="1345360" y="2473749"/>
            <a:ext cx="42781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8100" tIns="38100" rIns="38100" bIns="38100" anchor="ctr"/>
          <a:lstStyle/>
          <a:p>
            <a:endParaRPr/>
          </a:p>
        </p:txBody>
      </p:sp>
      <p:sp>
        <p:nvSpPr>
          <p:cNvPr id="236" name="線"/>
          <p:cNvSpPr/>
          <p:nvPr/>
        </p:nvSpPr>
        <p:spPr>
          <a:xfrm>
            <a:off x="1370760" y="1789673"/>
            <a:ext cx="42781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8100" tIns="38100" rIns="38100" bIns="38100" anchor="ctr"/>
          <a:lstStyle/>
          <a:p>
            <a:endParaRPr/>
          </a:p>
        </p:txBody>
      </p:sp>
      <p:sp>
        <p:nvSpPr>
          <p:cNvPr id="237" name="双方向矢印"/>
          <p:cNvSpPr/>
          <p:nvPr/>
        </p:nvSpPr>
        <p:spPr>
          <a:xfrm>
            <a:off x="5000438" y="2719141"/>
            <a:ext cx="1689101" cy="254001"/>
          </a:xfrm>
          <a:prstGeom prst="leftRightArrow">
            <a:avLst>
              <a:gd name="adj1" fmla="val 32000"/>
              <a:gd name="adj2" fmla="val 220000"/>
            </a:avLst>
          </a:prstGeom>
          <a:solidFill>
            <a:srgbClr val="00000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8" name="コールアウト"/>
          <p:cNvSpPr/>
          <p:nvPr/>
        </p:nvSpPr>
        <p:spPr>
          <a:xfrm>
            <a:off x="6023614" y="1485391"/>
            <a:ext cx="948136" cy="871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964" y="0"/>
                </a:moveTo>
                <a:cubicBezTo>
                  <a:pt x="4416" y="0"/>
                  <a:pt x="3969" y="486"/>
                  <a:pt x="3969" y="1082"/>
                </a:cubicBezTo>
                <a:lnTo>
                  <a:pt x="3969" y="8646"/>
                </a:lnTo>
                <a:lnTo>
                  <a:pt x="0" y="10800"/>
                </a:lnTo>
                <a:lnTo>
                  <a:pt x="3969" y="12964"/>
                </a:lnTo>
                <a:lnTo>
                  <a:pt x="3969" y="20518"/>
                </a:lnTo>
                <a:cubicBezTo>
                  <a:pt x="3969" y="21114"/>
                  <a:pt x="4416" y="21600"/>
                  <a:pt x="4964" y="21600"/>
                </a:cubicBezTo>
                <a:lnTo>
                  <a:pt x="20605" y="21600"/>
                </a:lnTo>
                <a:cubicBezTo>
                  <a:pt x="21154" y="21600"/>
                  <a:pt x="21600" y="21114"/>
                  <a:pt x="21600" y="20518"/>
                </a:cubicBezTo>
                <a:lnTo>
                  <a:pt x="21600" y="1082"/>
                </a:lnTo>
                <a:cubicBezTo>
                  <a:pt x="21600" y="486"/>
                  <a:pt x="21154" y="0"/>
                  <a:pt x="20605" y="0"/>
                </a:cubicBezTo>
                <a:lnTo>
                  <a:pt x="4964" y="0"/>
                </a:lnTo>
                <a:close/>
              </a:path>
            </a:pathLst>
          </a:custGeom>
          <a:solidFill>
            <a:srgbClr val="00000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9" name="吹き出し"/>
          <p:cNvSpPr/>
          <p:nvPr/>
        </p:nvSpPr>
        <p:spPr>
          <a:xfrm>
            <a:off x="4837814" y="1494202"/>
            <a:ext cx="948071" cy="812801"/>
          </a:xfrm>
          <a:prstGeom prst="wedgeEllipseCallout">
            <a:avLst>
              <a:gd name="adj1" fmla="val -48928"/>
              <a:gd name="adj2" fmla="val 70000"/>
            </a:avLst>
          </a:prstGeom>
          <a:solidFill>
            <a:srgbClr val="00000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defTabSz="778933">
              <a:defRPr sz="2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0" name="素材置き場シート"/>
          <p:cNvSpPr txBox="1"/>
          <p:nvPr/>
        </p:nvSpPr>
        <p:spPr>
          <a:xfrm>
            <a:off x="3816350" y="298371"/>
            <a:ext cx="2120901" cy="3302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素材置き場シート</a:t>
            </a:r>
          </a:p>
        </p:txBody>
      </p:sp>
      <p:sp>
        <p:nvSpPr>
          <p:cNvPr id="2" name="ドーナツ 1">
            <a:extLst>
              <a:ext uri="{FF2B5EF4-FFF2-40B4-BE49-F238E27FC236}">
                <a16:creationId xmlns:a16="http://schemas.microsoft.com/office/drawing/2014/main" id="{37AC81B3-DEFD-BB64-CA5D-188AD67F5A9D}"/>
              </a:ext>
            </a:extLst>
          </p:cNvPr>
          <p:cNvSpPr/>
          <p:nvPr/>
        </p:nvSpPr>
        <p:spPr>
          <a:xfrm>
            <a:off x="4173083" y="3240988"/>
            <a:ext cx="1044358" cy="1044000"/>
          </a:xfrm>
          <a:prstGeom prst="donut">
            <a:avLst>
              <a:gd name="adj" fmla="val 6975"/>
            </a:avLst>
          </a:prstGeom>
          <a:solidFill>
            <a:schemeClr val="accent5">
              <a:lumMod val="75000"/>
            </a:schemeClr>
          </a:solidFill>
          <a:ln w="3175" cap="flat">
            <a:solidFill>
              <a:schemeClr val="accent5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7789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8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ヒラギノ角ゴ ProN W3"/>
              <a:ea typeface="ヒラギノ角ゴ ProN W3"/>
              <a:cs typeface="ヒラギノ角ゴ ProN W3"/>
              <a:sym typeface="ヒラギノ角ゴ ProN W3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7789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231190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7789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231190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23</Words>
  <Application>Microsoft Macintosh PowerPoint</Application>
  <PresentationFormat>ユーザー設定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ヒラギノ角ゴ ProN W3</vt:lpstr>
      <vt:lpstr>ヒラギノ角ゴ ProN W6</vt:lpstr>
      <vt:lpstr>21_BasicWhite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Apple</cp:lastModifiedBy>
  <cp:revision>2</cp:revision>
  <dcterms:modified xsi:type="dcterms:W3CDTF">2026-05-26T21:35:01Z</dcterms:modified>
</cp:coreProperties>
</file>