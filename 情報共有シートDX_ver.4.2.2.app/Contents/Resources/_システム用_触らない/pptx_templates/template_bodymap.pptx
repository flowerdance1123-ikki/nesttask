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9753600" cy="130048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1pPr>
    <a:lvl2pPr marL="0" marR="0" indent="4572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2pPr>
    <a:lvl3pPr marL="0" marR="0" indent="9144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3pPr>
    <a:lvl4pPr marL="0" marR="0" indent="13716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4pPr>
    <a:lvl5pPr marL="0" marR="0" indent="18288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5pPr>
    <a:lvl6pPr marL="0" marR="0" indent="22860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6pPr>
    <a:lvl7pPr marL="0" marR="0" indent="27432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7pPr>
    <a:lvl8pPr marL="0" marR="0" indent="32004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8pPr>
    <a:lvl9pPr marL="0" marR="0" indent="36576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3175" cap="flat">
              <a:solidFill>
                <a:srgbClr val="000000"/>
              </a:solidFill>
              <a:prstDash val="solid"/>
              <a:miter lim="400000"/>
            </a:ln>
          </a:left>
          <a:right>
            <a:ln w="12700"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12700"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Row>
  </a:tblStyle>
  <a:tblStyle styleId="{C7B018BB-80A7-4F77-B60F-C8B233D01FF8}" styleName="">
    <a:tblBg/>
    <a:wholeTbl>
      <a:tcTxStyle b="off" i="off">
        <a:font>
          <a:latin typeface="ヒラギノ角ゴ ProN W3"/>
          <a:ea typeface="ヒラギノ角ゴ ProN W3"/>
          <a:cs typeface="ヒラギノ角ゴ ProN W3"/>
        </a:font>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3175" cap="flat">
              <a:solidFill>
                <a:srgbClr val="536773"/>
              </a:solidFill>
              <a:prstDash val="solid"/>
              <a:miter lim="400000"/>
            </a:ln>
          </a:left>
          <a:right>
            <a:ln w="12700" cap="flat">
              <a:solidFill>
                <a:srgbClr val="000000"/>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536773"/>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ヒラギノ角ゴ ProN W3"/>
          <a:ea typeface="ヒラギノ角ゴ ProN W3"/>
          <a:cs typeface="ヒラギノ角ゴ ProN W3"/>
        </a:font>
        <a:srgbClr val="000000"/>
      </a:tcTxStyle>
      <a:tcStyle>
        <a:tcBdr>
          <a:left>
            <a:ln w="3175" cap="flat">
              <a:solidFill>
                <a:srgbClr val="838383"/>
              </a:solidFill>
              <a:prstDash val="solid"/>
              <a:miter lim="400000"/>
            </a:ln>
          </a:left>
          <a:right>
            <a:ln w="3175" cap="flat">
              <a:solidFill>
                <a:srgbClr val="838383"/>
              </a:solidFill>
              <a:prstDash val="solid"/>
              <a:miter lim="400000"/>
            </a:ln>
          </a:right>
          <a:top>
            <a:ln w="3175" cap="flat">
              <a:solidFill>
                <a:srgbClr val="838383"/>
              </a:solidFill>
              <a:prstDash val="solid"/>
              <a:miter lim="400000"/>
            </a:ln>
          </a:top>
          <a:bottom>
            <a:ln w="3175" cap="flat">
              <a:solidFill>
                <a:srgbClr val="838383"/>
              </a:solidFill>
              <a:prstDash val="solid"/>
              <a:miter lim="400000"/>
            </a:ln>
          </a:bottom>
          <a:insideH>
            <a:ln w="3175" cap="flat">
              <a:solidFill>
                <a:srgbClr val="838383"/>
              </a:solidFill>
              <a:prstDash val="solid"/>
              <a:miter lim="400000"/>
            </a:ln>
          </a:insideH>
          <a:insideV>
            <a:ln w="3175"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ヒラギノ角ゴ ProN W3"/>
          <a:ea typeface="ヒラギノ角ゴ ProN W3"/>
          <a:cs typeface="ヒラギノ角ゴ ProN W3"/>
        </a:font>
        <a:srgbClr val="000000"/>
      </a:tcTxStyle>
      <a:tcStyle>
        <a:tcBdr>
          <a:left>
            <a:ln w="3175" cap="flat">
              <a:solidFill>
                <a:srgbClr val="4D4D4D"/>
              </a:solidFill>
              <a:prstDash val="solid"/>
              <a:miter lim="400000"/>
            </a:ln>
          </a:left>
          <a:right>
            <a:ln w="3175" cap="flat">
              <a:solidFill>
                <a:srgbClr val="808080"/>
              </a:solidFill>
              <a:prstDash val="solid"/>
              <a:miter lim="400000"/>
            </a:ln>
          </a:right>
          <a:top>
            <a:ln w="3175" cap="flat">
              <a:solidFill>
                <a:srgbClr val="808080"/>
              </a:solidFill>
              <a:prstDash val="solid"/>
              <a:miter lim="400000"/>
            </a:ln>
          </a:top>
          <a:bottom>
            <a:ln w="3175" cap="flat">
              <a:solidFill>
                <a:srgbClr val="808080"/>
              </a:solidFill>
              <a:prstDash val="solid"/>
              <a:miter lim="400000"/>
            </a:ln>
          </a:bottom>
          <a:insideH>
            <a:ln w="3175" cap="flat">
              <a:solidFill>
                <a:srgbClr val="808080"/>
              </a:solidFill>
              <a:prstDash val="solid"/>
              <a:miter lim="400000"/>
            </a:ln>
          </a:insideH>
          <a:insideV>
            <a:ln w="3175" cap="flat">
              <a:solidFill>
                <a:srgbClr val="808080"/>
              </a:solidFill>
              <a:prstDash val="solid"/>
              <a:miter lim="400000"/>
            </a:ln>
          </a:insideV>
        </a:tcBdr>
        <a:fill>
          <a:solidFill>
            <a:srgbClr val="88FA4F"/>
          </a:solid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chemeClr val="accent3"/>
              </a:solidFill>
              <a:prstDash val="solid"/>
              <a:miter lim="400000"/>
            </a:ln>
          </a:top>
          <a:bottom>
            <a:ln w="3175" cap="flat">
              <a:solidFill>
                <a:srgbClr val="4D4D4D"/>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ff" i="off">
        <a:font>
          <a:latin typeface="ヒラギノ角ゴ ProN W3"/>
          <a:ea typeface="ヒラギノ角ゴ ProN W3"/>
          <a:cs typeface="ヒラギノ角ゴ ProN W3"/>
        </a:font>
        <a:srgbClr val="000000"/>
      </a:tcTxStyle>
      <a:tcStyle>
        <a:tcBdr>
          <a:left>
            <a:ln w="3175" cap="flat">
              <a:solidFill>
                <a:srgbClr val="4D4D4D"/>
              </a:solidFill>
              <a:prstDash val="solid"/>
              <a:miter lim="400000"/>
            </a:ln>
          </a:left>
          <a:right>
            <a:ln w="3175" cap="flat">
              <a:solidFill>
                <a:srgbClr val="4D4D4D"/>
              </a:solidFill>
              <a:prstDash val="solid"/>
              <a:miter lim="400000"/>
            </a:ln>
          </a:right>
          <a:top>
            <a:ln w="3175" cap="flat">
              <a:solidFill>
                <a:srgbClr val="4D4D4D"/>
              </a:solidFill>
              <a:prstDash val="solid"/>
              <a:miter lim="400000"/>
            </a:ln>
          </a:top>
          <a:bottom>
            <a:ln w="3175" cap="flat">
              <a:solidFill>
                <a:srgbClr val="4D4D4D"/>
              </a:solidFill>
              <a:prstDash val="solid"/>
              <a:miter lim="400000"/>
            </a:ln>
          </a:bottom>
          <a:insideH>
            <a:ln w="3175" cap="flat">
              <a:solidFill>
                <a:srgbClr val="4D4D4D"/>
              </a:solidFill>
              <a:prstDash val="solid"/>
              <a:miter lim="400000"/>
            </a:ln>
          </a:insideH>
          <a:insideV>
            <a:ln w="3175"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8BB00"/>
          </a:solid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12700" cap="flat">
              <a:solidFill>
                <a:srgbClr val="F8BA00"/>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lastRow>
    <a:firstRow>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ヒラギノ角ゴ ProN W3"/>
          <a:ea typeface="ヒラギノ角ゴ ProN W3"/>
          <a:cs typeface="ヒラギノ角ゴ ProN W3"/>
        </a:font>
        <a:srgbClr val="000000"/>
      </a:tcTxStyle>
      <a:tcStyle>
        <a:tcBdr>
          <a:left>
            <a:ln w="3175" cap="flat">
              <a:solidFill>
                <a:srgbClr val="464646"/>
              </a:solidFill>
              <a:prstDash val="solid"/>
              <a:miter lim="400000"/>
            </a:ln>
          </a:left>
          <a:right>
            <a:ln w="3175" cap="flat">
              <a:solidFill>
                <a:srgbClr val="464646"/>
              </a:solidFill>
              <a:prstDash val="solid"/>
              <a:miter lim="400000"/>
            </a:ln>
          </a:right>
          <a:top>
            <a:ln w="3175" cap="flat">
              <a:solidFill>
                <a:srgbClr val="464646"/>
              </a:solidFill>
              <a:prstDash val="solid"/>
              <a:miter lim="400000"/>
            </a:ln>
          </a:top>
          <a:bottom>
            <a:ln w="3175" cap="flat">
              <a:solidFill>
                <a:srgbClr val="464646"/>
              </a:solidFill>
              <a:prstDash val="solid"/>
              <a:miter lim="400000"/>
            </a:ln>
          </a:bottom>
          <a:insideH>
            <a:ln w="3175" cap="flat">
              <a:solidFill>
                <a:srgbClr val="464646"/>
              </a:solidFill>
              <a:prstDash val="solid"/>
              <a:miter lim="400000"/>
            </a:ln>
          </a:insideH>
          <a:insideV>
            <a:ln w="3175"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C3C3C3"/>
              </a:solidFill>
              <a:prstDash val="solid"/>
              <a:miter lim="400000"/>
            </a:ln>
          </a:top>
          <a:bottom>
            <a:ln w="3175" cap="flat">
              <a:solidFill>
                <a:srgbClr val="C3C3C3"/>
              </a:solidFill>
              <a:prstDash val="solid"/>
              <a:miter lim="400000"/>
            </a:ln>
          </a:bottom>
          <a:insideH>
            <a:ln w="3175" cap="flat">
              <a:solidFill>
                <a:srgbClr val="C3C3C3"/>
              </a:solidFill>
              <a:prstDash val="solid"/>
              <a:miter lim="400000"/>
            </a:ln>
          </a:insideH>
          <a:insideV>
            <a:ln w="3175"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12700" cap="flat">
              <a:solidFill>
                <a:srgbClr val="CB297B"/>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3175" cap="flat">
              <a:solidFill>
                <a:srgbClr val="6C6C6C"/>
              </a:solidFill>
              <a:prstDash val="solid"/>
              <a:miter lim="400000"/>
            </a:ln>
          </a:left>
          <a:right>
            <a:ln w="12700"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6C6C6C"/>
              </a:solidFill>
              <a:prstDash val="solid"/>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6C6C6C"/>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26"/>
    <p:restoredTop sz="94684"/>
  </p:normalViewPr>
  <p:slideViewPr>
    <p:cSldViewPr snapToGrid="0">
      <p:cViewPr varScale="1">
        <p:scale>
          <a:sx n="56" d="100"/>
          <a:sy n="56" d="100"/>
        </p:scale>
        <p:origin x="10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ヒラギノ角ゴ ProN W3"/>
        <a:ea typeface="ヒラギノ角ゴ ProN W3"/>
        <a:cs typeface="ヒラギノ角ゴ ProN W3"/>
        <a:sym typeface="ヒラギノ角ゴ ProN W3"/>
      </a:defRPr>
    </a:lvl1pPr>
    <a:lvl2pPr indent="228600" defTabSz="457200" latinLnBrk="0">
      <a:lnSpc>
        <a:spcPct val="117999"/>
      </a:lnSpc>
      <a:defRPr sz="2200">
        <a:latin typeface="ヒラギノ角ゴ ProN W3"/>
        <a:ea typeface="ヒラギノ角ゴ ProN W3"/>
        <a:cs typeface="ヒラギノ角ゴ ProN W3"/>
        <a:sym typeface="ヒラギノ角ゴ ProN W3"/>
      </a:defRPr>
    </a:lvl2pPr>
    <a:lvl3pPr indent="457200" defTabSz="457200" latinLnBrk="0">
      <a:lnSpc>
        <a:spcPct val="117999"/>
      </a:lnSpc>
      <a:defRPr sz="2200">
        <a:latin typeface="ヒラギノ角ゴ ProN W3"/>
        <a:ea typeface="ヒラギノ角ゴ ProN W3"/>
        <a:cs typeface="ヒラギノ角ゴ ProN W3"/>
        <a:sym typeface="ヒラギノ角ゴ ProN W3"/>
      </a:defRPr>
    </a:lvl3pPr>
    <a:lvl4pPr indent="685800" defTabSz="457200" latinLnBrk="0">
      <a:lnSpc>
        <a:spcPct val="117999"/>
      </a:lnSpc>
      <a:defRPr sz="2200">
        <a:latin typeface="ヒラギノ角ゴ ProN W3"/>
        <a:ea typeface="ヒラギノ角ゴ ProN W3"/>
        <a:cs typeface="ヒラギノ角ゴ ProN W3"/>
        <a:sym typeface="ヒラギノ角ゴ ProN W3"/>
      </a:defRPr>
    </a:lvl4pPr>
    <a:lvl5pPr indent="914400" defTabSz="457200" latinLnBrk="0">
      <a:lnSpc>
        <a:spcPct val="117999"/>
      </a:lnSpc>
      <a:defRPr sz="2200">
        <a:latin typeface="ヒラギノ角ゴ ProN W3"/>
        <a:ea typeface="ヒラギノ角ゴ ProN W3"/>
        <a:cs typeface="ヒラギノ角ゴ ProN W3"/>
        <a:sym typeface="ヒラギノ角ゴ ProN W3"/>
      </a:defRPr>
    </a:lvl5pPr>
    <a:lvl6pPr indent="1143000" defTabSz="457200" latinLnBrk="0">
      <a:lnSpc>
        <a:spcPct val="117999"/>
      </a:lnSpc>
      <a:defRPr sz="2200">
        <a:latin typeface="ヒラギノ角ゴ ProN W3"/>
        <a:ea typeface="ヒラギノ角ゴ ProN W3"/>
        <a:cs typeface="ヒラギノ角ゴ ProN W3"/>
        <a:sym typeface="ヒラギノ角ゴ ProN W3"/>
      </a:defRPr>
    </a:lvl6pPr>
    <a:lvl7pPr indent="1371600" defTabSz="457200" latinLnBrk="0">
      <a:lnSpc>
        <a:spcPct val="117999"/>
      </a:lnSpc>
      <a:defRPr sz="2200">
        <a:latin typeface="ヒラギノ角ゴ ProN W3"/>
        <a:ea typeface="ヒラギノ角ゴ ProN W3"/>
        <a:cs typeface="ヒラギノ角ゴ ProN W3"/>
        <a:sym typeface="ヒラギノ角ゴ ProN W3"/>
      </a:defRPr>
    </a:lvl7pPr>
    <a:lvl8pPr indent="1600200" defTabSz="457200" latinLnBrk="0">
      <a:lnSpc>
        <a:spcPct val="117999"/>
      </a:lnSpc>
      <a:defRPr sz="2200">
        <a:latin typeface="ヒラギノ角ゴ ProN W3"/>
        <a:ea typeface="ヒラギノ角ゴ ProN W3"/>
        <a:cs typeface="ヒラギノ角ゴ ProN W3"/>
        <a:sym typeface="ヒラギノ角ゴ ProN W3"/>
      </a:defRPr>
    </a:lvl8pPr>
    <a:lvl9pPr indent="1828800" defTabSz="457200" latinLnBrk="0">
      <a:lnSpc>
        <a:spcPct val="117999"/>
      </a:lnSpc>
      <a:defRPr sz="2200">
        <a:latin typeface="ヒラギノ角ゴ ProN W3"/>
        <a:ea typeface="ヒラギノ角ゴ ProN W3"/>
        <a:cs typeface="ヒラギノ角ゴ ProN W3"/>
        <a:sym typeface="ヒラギノ角ゴ ProN W3"/>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タイトル">
    <p:spTree>
      <p:nvGrpSpPr>
        <p:cNvPr id="1" name=""/>
        <p:cNvGrpSpPr/>
        <p:nvPr/>
      </p:nvGrpSpPr>
      <p:grpSpPr>
        <a:xfrm>
          <a:off x="0" y="0"/>
          <a:ext cx="0" cy="0"/>
          <a:chOff x="0" y="0"/>
          <a:chExt cx="0" cy="0"/>
        </a:xfrm>
      </p:grpSpPr>
      <p:sp>
        <p:nvSpPr>
          <p:cNvPr id="11" name="作者と日付"/>
          <p:cNvSpPr txBox="1">
            <a:spLocks noGrp="1"/>
          </p:cNvSpPr>
          <p:nvPr>
            <p:ph type="body" sz="quarter" idx="21" hasCustomPrompt="1"/>
          </p:nvPr>
        </p:nvSpPr>
        <p:spPr>
          <a:xfrm>
            <a:off x="523875" y="9337916"/>
            <a:ext cx="8705851" cy="345795"/>
          </a:xfrm>
          <a:prstGeom prst="rect">
            <a:avLst/>
          </a:prstGeom>
        </p:spPr>
        <p:txBody>
          <a:bodyPr anchor="b"/>
          <a:lstStyle>
            <a:lvl1pPr defTabSz="508752">
              <a:defRPr sz="2080"/>
            </a:lvl1pPr>
          </a:lstStyle>
          <a:p>
            <a:r>
              <a:t>作者と日付</a:t>
            </a:r>
          </a:p>
        </p:txBody>
      </p:sp>
      <p:sp>
        <p:nvSpPr>
          <p:cNvPr id="12" name="プレゼンテーションのタイトル"/>
          <p:cNvSpPr txBox="1">
            <a:spLocks noGrp="1"/>
          </p:cNvSpPr>
          <p:nvPr>
            <p:ph type="title" hasCustomPrompt="1"/>
          </p:nvPr>
        </p:nvSpPr>
        <p:spPr>
          <a:prstGeom prst="rect">
            <a:avLst/>
          </a:prstGeom>
        </p:spPr>
        <p:txBody>
          <a:bodyPr/>
          <a:lstStyle/>
          <a:p>
            <a:r>
              <a:t>プレゼンテーションのタイトル</a:t>
            </a:r>
          </a:p>
        </p:txBody>
      </p:sp>
      <p:sp>
        <p:nvSpPr>
          <p:cNvPr id="13" name="本文レベル1…"/>
          <p:cNvSpPr txBox="1">
            <a:spLocks noGrp="1"/>
          </p:cNvSpPr>
          <p:nvPr>
            <p:ph type="body" sz="quarter" idx="1" hasCustomPrompt="1"/>
          </p:nvPr>
        </p:nvSpPr>
        <p:spPr>
          <a:prstGeom prst="rect">
            <a:avLst/>
          </a:prstGeom>
        </p:spPr>
        <p:txBody>
          <a:bodyPr/>
          <a:lstStyle/>
          <a:p>
            <a:r>
              <a:t>プレゼンテーションのサブタイトル</a:t>
            </a:r>
          </a:p>
          <a:p>
            <a:pPr lvl="1"/>
            <a:endParaRPr/>
          </a:p>
          <a:p>
            <a:pPr lvl="2"/>
            <a:endParaRPr/>
          </a:p>
          <a:p>
            <a:pPr lvl="3"/>
            <a:endParaRPr/>
          </a:p>
          <a:p>
            <a:pPr lvl="4"/>
            <a:endParaRPr/>
          </a:p>
        </p:txBody>
      </p:sp>
      <p:sp>
        <p:nvSpPr>
          <p:cNvPr id="14"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タイトル&amp;画像">
    <p:spTree>
      <p:nvGrpSpPr>
        <p:cNvPr id="1" name=""/>
        <p:cNvGrpSpPr/>
        <p:nvPr/>
      </p:nvGrpSpPr>
      <p:grpSpPr>
        <a:xfrm>
          <a:off x="0" y="0"/>
          <a:ext cx="0" cy="0"/>
          <a:chOff x="0" y="0"/>
          <a:chExt cx="0" cy="0"/>
        </a:xfrm>
      </p:grpSpPr>
      <p:sp>
        <p:nvSpPr>
          <p:cNvPr id="21" name="アボカドとライム"/>
          <p:cNvSpPr>
            <a:spLocks noGrp="1"/>
          </p:cNvSpPr>
          <p:nvPr>
            <p:ph type="pic" idx="21"/>
          </p:nvPr>
        </p:nvSpPr>
        <p:spPr>
          <a:xfrm>
            <a:off x="-282575" y="2157879"/>
            <a:ext cx="13376739" cy="8011646"/>
          </a:xfrm>
          <a:prstGeom prst="rect">
            <a:avLst/>
          </a:prstGeom>
        </p:spPr>
        <p:txBody>
          <a:bodyPr lIns="91439" tIns="45719" rIns="91439" bIns="45719">
            <a:noAutofit/>
          </a:bodyPr>
          <a:lstStyle/>
          <a:p>
            <a:endParaRPr/>
          </a:p>
        </p:txBody>
      </p:sp>
      <p:sp>
        <p:nvSpPr>
          <p:cNvPr id="22" name="プレゼンテーションのタイトル"/>
          <p:cNvSpPr txBox="1">
            <a:spLocks noGrp="1"/>
          </p:cNvSpPr>
          <p:nvPr>
            <p:ph type="title" hasCustomPrompt="1"/>
          </p:nvPr>
        </p:nvSpPr>
        <p:spPr>
          <a:xfrm>
            <a:off x="523875" y="6731000"/>
            <a:ext cx="8705850" cy="2476500"/>
          </a:xfrm>
          <a:prstGeom prst="rect">
            <a:avLst/>
          </a:prstGeom>
        </p:spPr>
        <p:txBody>
          <a:bodyPr/>
          <a:lstStyle/>
          <a:p>
            <a:r>
              <a:t>プレゼンテーションのタイトル</a:t>
            </a:r>
          </a:p>
        </p:txBody>
      </p:sp>
      <p:sp>
        <p:nvSpPr>
          <p:cNvPr id="23" name="本文レベル1…"/>
          <p:cNvSpPr txBox="1">
            <a:spLocks noGrp="1"/>
          </p:cNvSpPr>
          <p:nvPr>
            <p:ph type="body" sz="quarter" idx="1" hasCustomPrompt="1"/>
          </p:nvPr>
        </p:nvSpPr>
        <p:spPr>
          <a:xfrm>
            <a:off x="523875" y="9169400"/>
            <a:ext cx="8705850" cy="517327"/>
          </a:xfrm>
          <a:prstGeom prst="rect">
            <a:avLst/>
          </a:prstGeom>
        </p:spPr>
        <p:txBody>
          <a:bodyPr/>
          <a:lstStyle/>
          <a:p>
            <a:r>
              <a:t>プレゼンテーションのサブタイトル</a:t>
            </a:r>
          </a:p>
          <a:p>
            <a:pPr lvl="1"/>
            <a:endParaRPr/>
          </a:p>
          <a:p>
            <a:pPr lvl="2"/>
            <a:endParaRPr/>
          </a:p>
          <a:p>
            <a:pPr lvl="3"/>
            <a:endParaRPr/>
          </a:p>
          <a:p>
            <a:pPr lvl="4"/>
            <a:endParaRPr/>
          </a:p>
        </p:txBody>
      </p:sp>
      <p:sp>
        <p:nvSpPr>
          <p:cNvPr id="24" name="作者と日付"/>
          <p:cNvSpPr txBox="1">
            <a:spLocks noGrp="1"/>
          </p:cNvSpPr>
          <p:nvPr>
            <p:ph type="body" sz="quarter" idx="22" hasCustomPrompt="1"/>
          </p:nvPr>
        </p:nvSpPr>
        <p:spPr>
          <a:xfrm>
            <a:off x="523875" y="3273425"/>
            <a:ext cx="8705851" cy="345795"/>
          </a:xfrm>
          <a:prstGeom prst="rect">
            <a:avLst/>
          </a:prstGeom>
        </p:spPr>
        <p:txBody>
          <a:bodyPr/>
          <a:lstStyle>
            <a:lvl1pPr defTabSz="508752">
              <a:defRPr sz="2080"/>
            </a:lvl1pPr>
          </a:lstStyle>
          <a:p>
            <a:r>
              <a:t>作者と日付</a:t>
            </a:r>
          </a:p>
        </p:txBody>
      </p:sp>
      <p:sp>
        <p:nvSpPr>
          <p:cNvPr id="25" name="スライド番号"/>
          <p:cNvSpPr txBox="1">
            <a:spLocks noGrp="1"/>
          </p:cNvSpPr>
          <p:nvPr>
            <p:ph type="sldNum" sz="quarter" idx="2"/>
          </p:nvPr>
        </p:nvSpPr>
        <p:spPr>
          <a:xfrm>
            <a:off x="4696256"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タイトル&amp;画像（代替）">
    <p:spTree>
      <p:nvGrpSpPr>
        <p:cNvPr id="1" name=""/>
        <p:cNvGrpSpPr/>
        <p:nvPr/>
      </p:nvGrpSpPr>
      <p:grpSpPr>
        <a:xfrm>
          <a:off x="0" y="0"/>
          <a:ext cx="0" cy="0"/>
          <a:chOff x="0" y="0"/>
          <a:chExt cx="0" cy="0"/>
        </a:xfrm>
      </p:grpSpPr>
      <p:sp>
        <p:nvSpPr>
          <p:cNvPr id="32" name="サーモンケーキ、サラダ、フムスが入ったボウル "/>
          <p:cNvSpPr>
            <a:spLocks noGrp="1"/>
          </p:cNvSpPr>
          <p:nvPr>
            <p:ph type="pic" sz="half" idx="21"/>
          </p:nvPr>
        </p:nvSpPr>
        <p:spPr>
          <a:xfrm>
            <a:off x="3989347" y="3216275"/>
            <a:ext cx="5657851" cy="6585044"/>
          </a:xfrm>
          <a:prstGeom prst="rect">
            <a:avLst/>
          </a:prstGeom>
        </p:spPr>
        <p:txBody>
          <a:bodyPr lIns="91439" tIns="45719" rIns="91439" bIns="45719">
            <a:noAutofit/>
          </a:bodyPr>
          <a:lstStyle/>
          <a:p>
            <a:endParaRPr/>
          </a:p>
        </p:txBody>
      </p:sp>
      <p:sp>
        <p:nvSpPr>
          <p:cNvPr id="33" name="本文レベル1…"/>
          <p:cNvSpPr txBox="1">
            <a:spLocks noGrp="1"/>
          </p:cNvSpPr>
          <p:nvPr>
            <p:ph type="body" sz="quarter" idx="1" hasCustomPrompt="1"/>
          </p:nvPr>
        </p:nvSpPr>
        <p:spPr>
          <a:xfrm>
            <a:off x="523875" y="6597650"/>
            <a:ext cx="3829050" cy="3033425"/>
          </a:xfrm>
          <a:prstGeom prst="rect">
            <a:avLst/>
          </a:prstGeom>
        </p:spPr>
        <p:txBody>
          <a:bodyPr/>
          <a:lstStyle/>
          <a:p>
            <a:r>
              <a:t>スライドのサブタイトル</a:t>
            </a:r>
          </a:p>
          <a:p>
            <a:pPr lvl="1"/>
            <a:endParaRPr/>
          </a:p>
          <a:p>
            <a:pPr lvl="2"/>
            <a:endParaRPr/>
          </a:p>
          <a:p>
            <a:pPr lvl="3"/>
            <a:endParaRPr/>
          </a:p>
          <a:p>
            <a:pPr lvl="4"/>
            <a:endParaRPr/>
          </a:p>
        </p:txBody>
      </p:sp>
      <p:sp>
        <p:nvSpPr>
          <p:cNvPr id="34" name="スライドのタイトル"/>
          <p:cNvSpPr txBox="1">
            <a:spLocks noGrp="1"/>
          </p:cNvSpPr>
          <p:nvPr>
            <p:ph type="title" hasCustomPrompt="1"/>
          </p:nvPr>
        </p:nvSpPr>
        <p:spPr>
          <a:xfrm>
            <a:off x="523875" y="3364200"/>
            <a:ext cx="3829050" cy="3290600"/>
          </a:xfrm>
          <a:prstGeom prst="rect">
            <a:avLst/>
          </a:prstGeom>
        </p:spPr>
        <p:txBody>
          <a:bodyPr/>
          <a:lstStyle>
            <a:lvl1pPr>
              <a:defRPr sz="8000" spc="-159"/>
            </a:lvl1pPr>
          </a:lstStyle>
          <a:p>
            <a:r>
              <a:t>スライドのタイトル</a:t>
            </a:r>
          </a:p>
        </p:txBody>
      </p:sp>
      <p:sp>
        <p:nvSpPr>
          <p:cNvPr id="35"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42" name="本文レベル1…"/>
          <p:cNvSpPr txBox="1">
            <a:spLocks noGrp="1"/>
          </p:cNvSpPr>
          <p:nvPr>
            <p:ph type="body" sz="half" idx="1" hasCustomPrompt="1"/>
          </p:nvPr>
        </p:nvSpPr>
        <p:spPr>
          <a:xfrm>
            <a:off x="523875" y="5064125"/>
            <a:ext cx="8705850" cy="4572000"/>
          </a:xfrm>
          <a:prstGeom prst="rect">
            <a:avLst/>
          </a:prstGeom>
        </p:spPr>
        <p:txBody>
          <a:bodyPr/>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43" name="スライドのサブタイトル"/>
          <p:cNvSpPr txBox="1">
            <a:spLocks noGrp="1"/>
          </p:cNvSpPr>
          <p:nvPr>
            <p:ph type="body" sz="quarter" idx="21" hasCustomPrompt="1"/>
          </p:nvPr>
        </p:nvSpPr>
        <p:spPr>
          <a:xfrm>
            <a:off x="523875" y="3904533"/>
            <a:ext cx="8705851" cy="503852"/>
          </a:xfrm>
          <a:prstGeom prst="rect">
            <a:avLst/>
          </a:prstGeom>
        </p:spPr>
        <p:txBody>
          <a:bodyPr/>
          <a:lstStyle>
            <a:lvl1pPr defTabSz="540060">
              <a:defRPr sz="3450"/>
            </a:lvl1pPr>
          </a:lstStyle>
          <a:p>
            <a:r>
              <a:t>スライドのサブタイトル</a:t>
            </a:r>
          </a:p>
        </p:txBody>
      </p:sp>
      <p:sp>
        <p:nvSpPr>
          <p:cNvPr id="44" name="スライドのタイトル"/>
          <p:cNvSpPr txBox="1">
            <a:spLocks noGrp="1"/>
          </p:cNvSpPr>
          <p:nvPr>
            <p:ph type="title" hasCustomPrompt="1"/>
          </p:nvPr>
        </p:nvSpPr>
        <p:spPr>
          <a:xfrm>
            <a:off x="523875" y="3175000"/>
            <a:ext cx="8705850" cy="762000"/>
          </a:xfrm>
          <a:prstGeom prst="rect">
            <a:avLst/>
          </a:prstGeom>
        </p:spPr>
        <p:txBody>
          <a:bodyPr anchor="t"/>
          <a:lstStyle>
            <a:lvl1pPr>
              <a:defRPr sz="8000" spc="-159"/>
            </a:lvl1pPr>
          </a:lstStyle>
          <a:p>
            <a:r>
              <a:t>スライドのタイトル</a:t>
            </a:r>
          </a:p>
        </p:txBody>
      </p:sp>
      <p:sp>
        <p:nvSpPr>
          <p:cNvPr id="45"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箇条書き">
    <p:spTree>
      <p:nvGrpSpPr>
        <p:cNvPr id="1" name=""/>
        <p:cNvGrpSpPr/>
        <p:nvPr/>
      </p:nvGrpSpPr>
      <p:grpSpPr>
        <a:xfrm>
          <a:off x="0" y="0"/>
          <a:ext cx="0" cy="0"/>
          <a:chOff x="0" y="0"/>
          <a:chExt cx="0" cy="0"/>
        </a:xfrm>
      </p:grpSpPr>
      <p:sp>
        <p:nvSpPr>
          <p:cNvPr id="52" name="本文レベル1…"/>
          <p:cNvSpPr txBox="1">
            <a:spLocks noGrp="1"/>
          </p:cNvSpPr>
          <p:nvPr>
            <p:ph type="body" sz="half" idx="1" hasCustomPrompt="1"/>
          </p:nvPr>
        </p:nvSpPr>
        <p:spPr>
          <a:xfrm>
            <a:off x="523875" y="5064125"/>
            <a:ext cx="8705850" cy="4572000"/>
          </a:xfrm>
          <a:prstGeom prst="rect">
            <a:avLst/>
          </a:prstGeom>
        </p:spPr>
        <p:txBody>
          <a:bodyPr numCol="2" spcCol="442018"/>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53"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タイトル、箇条書き、画像">
    <p:spTree>
      <p:nvGrpSpPr>
        <p:cNvPr id="1" name=""/>
        <p:cNvGrpSpPr/>
        <p:nvPr/>
      </p:nvGrpSpPr>
      <p:grpSpPr>
        <a:xfrm>
          <a:off x="0" y="0"/>
          <a:ext cx="0" cy="0"/>
          <a:chOff x="0" y="0"/>
          <a:chExt cx="0" cy="0"/>
        </a:xfrm>
      </p:grpSpPr>
      <p:sp>
        <p:nvSpPr>
          <p:cNvPr id="60" name="パセリバター、煎りヘーゼルナッツ、削ったパルメザンチーズがかかったパッパルデッレパスタ1皿"/>
          <p:cNvSpPr>
            <a:spLocks noGrp="1"/>
          </p:cNvSpPr>
          <p:nvPr>
            <p:ph type="pic" sz="half" idx="21"/>
          </p:nvPr>
        </p:nvSpPr>
        <p:spPr>
          <a:xfrm>
            <a:off x="4629150" y="3292475"/>
            <a:ext cx="4836319" cy="6448425"/>
          </a:xfrm>
          <a:prstGeom prst="rect">
            <a:avLst/>
          </a:prstGeom>
        </p:spPr>
        <p:txBody>
          <a:bodyPr lIns="91439" tIns="45719" rIns="91439" bIns="45719">
            <a:noAutofit/>
          </a:bodyPr>
          <a:lstStyle/>
          <a:p>
            <a:endParaRPr/>
          </a:p>
        </p:txBody>
      </p:sp>
      <p:sp>
        <p:nvSpPr>
          <p:cNvPr id="61" name="スライドのタイトル"/>
          <p:cNvSpPr txBox="1">
            <a:spLocks noGrp="1"/>
          </p:cNvSpPr>
          <p:nvPr>
            <p:ph type="title" hasCustomPrompt="1"/>
          </p:nvPr>
        </p:nvSpPr>
        <p:spPr>
          <a:xfrm>
            <a:off x="523875" y="3178175"/>
            <a:ext cx="3829050" cy="762000"/>
          </a:xfrm>
          <a:prstGeom prst="rect">
            <a:avLst/>
          </a:prstGeom>
        </p:spPr>
        <p:txBody>
          <a:bodyPr anchor="t"/>
          <a:lstStyle>
            <a:lvl1pPr>
              <a:defRPr sz="8000" spc="-159"/>
            </a:lvl1pPr>
          </a:lstStyle>
          <a:p>
            <a:r>
              <a:t>スライドのタイトル</a:t>
            </a:r>
          </a:p>
        </p:txBody>
      </p:sp>
      <p:sp>
        <p:nvSpPr>
          <p:cNvPr id="62" name="スライドのサブタイトル"/>
          <p:cNvSpPr txBox="1">
            <a:spLocks noGrp="1"/>
          </p:cNvSpPr>
          <p:nvPr>
            <p:ph type="body" sz="quarter" idx="22" hasCustomPrompt="1"/>
          </p:nvPr>
        </p:nvSpPr>
        <p:spPr>
          <a:xfrm>
            <a:off x="523875" y="3904533"/>
            <a:ext cx="3829050" cy="503852"/>
          </a:xfrm>
          <a:prstGeom prst="rect">
            <a:avLst/>
          </a:prstGeom>
        </p:spPr>
        <p:txBody>
          <a:bodyPr/>
          <a:lstStyle>
            <a:lvl1pPr defTabSz="422655">
              <a:defRPr sz="2700"/>
            </a:lvl1pPr>
          </a:lstStyle>
          <a:p>
            <a:r>
              <a:t>スライドのサブタイトル</a:t>
            </a:r>
          </a:p>
        </p:txBody>
      </p:sp>
      <p:sp>
        <p:nvSpPr>
          <p:cNvPr id="63" name="本文レベル1…"/>
          <p:cNvSpPr txBox="1">
            <a:spLocks noGrp="1"/>
          </p:cNvSpPr>
          <p:nvPr>
            <p:ph type="body" sz="quarter" idx="1" hasCustomPrompt="1"/>
          </p:nvPr>
        </p:nvSpPr>
        <p:spPr>
          <a:xfrm>
            <a:off x="523875" y="5454947"/>
            <a:ext cx="3829050" cy="4194871"/>
          </a:xfrm>
          <a:prstGeom prst="rect">
            <a:avLst/>
          </a:prstGeom>
        </p:spPr>
        <p:txBody>
          <a:bodyPr/>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64"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セクション">
    <p:spTree>
      <p:nvGrpSpPr>
        <p:cNvPr id="1" name=""/>
        <p:cNvGrpSpPr/>
        <p:nvPr/>
      </p:nvGrpSpPr>
      <p:grpSpPr>
        <a:xfrm>
          <a:off x="0" y="0"/>
          <a:ext cx="0" cy="0"/>
          <a:chOff x="0" y="0"/>
          <a:chExt cx="0" cy="0"/>
        </a:xfrm>
      </p:grpSpPr>
      <p:sp>
        <p:nvSpPr>
          <p:cNvPr id="71" name="セクションタイトル"/>
          <p:cNvSpPr txBox="1">
            <a:spLocks noGrp="1"/>
          </p:cNvSpPr>
          <p:nvPr>
            <p:ph type="title" hasCustomPrompt="1"/>
          </p:nvPr>
        </p:nvSpPr>
        <p:spPr>
          <a:xfrm>
            <a:off x="523875" y="5264150"/>
            <a:ext cx="8705850" cy="2476500"/>
          </a:xfrm>
          <a:prstGeom prst="rect">
            <a:avLst/>
          </a:prstGeom>
        </p:spPr>
        <p:txBody>
          <a:bodyPr anchor="ctr"/>
          <a:lstStyle>
            <a:lvl1pPr>
              <a:defRPr>
                <a:latin typeface="ヒラギノ角ゴ ProN W3"/>
                <a:ea typeface="ヒラギノ角ゴ ProN W3"/>
                <a:cs typeface="ヒラギノ角ゴ ProN W3"/>
                <a:sym typeface="ヒラギノ角ゴ ProN W3"/>
              </a:defRPr>
            </a:lvl1pPr>
          </a:lstStyle>
          <a:p>
            <a:r>
              <a:t>セクションタイトル</a:t>
            </a:r>
          </a:p>
        </p:txBody>
      </p:sp>
      <p:sp>
        <p:nvSpPr>
          <p:cNvPr id="72"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タイトルのみ">
    <p:spTree>
      <p:nvGrpSpPr>
        <p:cNvPr id="1" name=""/>
        <p:cNvGrpSpPr/>
        <p:nvPr/>
      </p:nvGrpSpPr>
      <p:grpSpPr>
        <a:xfrm>
          <a:off x="0" y="0"/>
          <a:ext cx="0" cy="0"/>
          <a:chOff x="0" y="0"/>
          <a:chExt cx="0" cy="0"/>
        </a:xfrm>
      </p:grpSpPr>
      <p:sp>
        <p:nvSpPr>
          <p:cNvPr id="79" name="スライドのタイトル"/>
          <p:cNvSpPr txBox="1">
            <a:spLocks noGrp="1"/>
          </p:cNvSpPr>
          <p:nvPr>
            <p:ph type="title" hasCustomPrompt="1"/>
          </p:nvPr>
        </p:nvSpPr>
        <p:spPr>
          <a:xfrm>
            <a:off x="523875" y="3175000"/>
            <a:ext cx="8705850" cy="762000"/>
          </a:xfrm>
          <a:prstGeom prst="rect">
            <a:avLst/>
          </a:prstGeom>
        </p:spPr>
        <p:txBody>
          <a:bodyPr anchor="t"/>
          <a:lstStyle>
            <a:lvl1pPr>
              <a:defRPr sz="8000" spc="-159"/>
            </a:lvl1pPr>
          </a:lstStyle>
          <a:p>
            <a:r>
              <a:t>スライドのタイトル</a:t>
            </a:r>
          </a:p>
        </p:txBody>
      </p:sp>
      <p:sp>
        <p:nvSpPr>
          <p:cNvPr id="80" name="スライドのサブタイトル"/>
          <p:cNvSpPr txBox="1">
            <a:spLocks noGrp="1"/>
          </p:cNvSpPr>
          <p:nvPr>
            <p:ph type="body" sz="quarter" idx="21" hasCustomPrompt="1"/>
          </p:nvPr>
        </p:nvSpPr>
        <p:spPr>
          <a:xfrm>
            <a:off x="523875" y="3904533"/>
            <a:ext cx="8705851" cy="503852"/>
          </a:xfrm>
          <a:prstGeom prst="rect">
            <a:avLst/>
          </a:prstGeom>
        </p:spPr>
        <p:txBody>
          <a:bodyPr/>
          <a:lstStyle>
            <a:lvl1pPr defTabSz="540060">
              <a:defRPr sz="3450"/>
            </a:lvl1pPr>
          </a:lstStyle>
          <a:p>
            <a:r>
              <a:t>スライドのサブタイトル</a:t>
            </a:r>
          </a:p>
        </p:txBody>
      </p:sp>
      <p:sp>
        <p:nvSpPr>
          <p:cNvPr id="81"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議題">
    <p:spTree>
      <p:nvGrpSpPr>
        <p:cNvPr id="1" name=""/>
        <p:cNvGrpSpPr/>
        <p:nvPr/>
      </p:nvGrpSpPr>
      <p:grpSpPr>
        <a:xfrm>
          <a:off x="0" y="0"/>
          <a:ext cx="0" cy="0"/>
          <a:chOff x="0" y="0"/>
          <a:chExt cx="0" cy="0"/>
        </a:xfrm>
      </p:grpSpPr>
      <p:sp>
        <p:nvSpPr>
          <p:cNvPr id="88" name="議題のタイトル"/>
          <p:cNvSpPr txBox="1">
            <a:spLocks noGrp="1"/>
          </p:cNvSpPr>
          <p:nvPr>
            <p:ph type="title" hasCustomPrompt="1"/>
          </p:nvPr>
        </p:nvSpPr>
        <p:spPr>
          <a:xfrm>
            <a:off x="523875" y="3178175"/>
            <a:ext cx="8705850" cy="762000"/>
          </a:xfrm>
          <a:prstGeom prst="rect">
            <a:avLst/>
          </a:prstGeom>
        </p:spPr>
        <p:txBody>
          <a:bodyPr anchor="t"/>
          <a:lstStyle>
            <a:lvl1pPr>
              <a:defRPr sz="8000" spc="-159"/>
            </a:lvl1pPr>
          </a:lstStyle>
          <a:p>
            <a:r>
              <a:t>議題のタイトル</a:t>
            </a:r>
          </a:p>
        </p:txBody>
      </p:sp>
      <p:sp>
        <p:nvSpPr>
          <p:cNvPr id="89" name="議題のサブタイトル"/>
          <p:cNvSpPr txBox="1">
            <a:spLocks noGrp="1"/>
          </p:cNvSpPr>
          <p:nvPr>
            <p:ph type="body" sz="quarter" idx="21" hasCustomPrompt="1"/>
          </p:nvPr>
        </p:nvSpPr>
        <p:spPr>
          <a:xfrm>
            <a:off x="523875" y="3902075"/>
            <a:ext cx="8705851" cy="503851"/>
          </a:xfrm>
          <a:prstGeom prst="rect">
            <a:avLst/>
          </a:prstGeom>
        </p:spPr>
        <p:txBody>
          <a:bodyPr/>
          <a:lstStyle>
            <a:lvl1pPr defTabSz="540060">
              <a:defRPr sz="3450"/>
            </a:lvl1pPr>
          </a:lstStyle>
          <a:p>
            <a:r>
              <a:t>議題のサブタイトル</a:t>
            </a:r>
          </a:p>
        </p:txBody>
      </p:sp>
      <p:sp>
        <p:nvSpPr>
          <p:cNvPr id="90" name="本文レベル1…"/>
          <p:cNvSpPr txBox="1">
            <a:spLocks noGrp="1"/>
          </p:cNvSpPr>
          <p:nvPr>
            <p:ph type="body" sz="half" idx="1" hasCustomPrompt="1"/>
          </p:nvPr>
        </p:nvSpPr>
        <p:spPr>
          <a:xfrm>
            <a:off x="523875" y="5064125"/>
            <a:ext cx="8705850" cy="4572000"/>
          </a:xfrm>
          <a:prstGeom prst="rect">
            <a:avLst/>
          </a:prstGeom>
        </p:spPr>
        <p:txBody>
          <a:bodyPr/>
          <a:lstStyle>
            <a:lvl1pPr defTabSz="2311906">
              <a:lnSpc>
                <a:spcPct val="90000"/>
              </a:lnSpc>
              <a:spcBef>
                <a:spcPts val="1700"/>
              </a:spcBef>
              <a:defRPr spc="-50">
                <a:latin typeface="ヒラギノ角ゴ ProN W3"/>
                <a:ea typeface="ヒラギノ角ゴ ProN W3"/>
                <a:cs typeface="ヒラギノ角ゴ ProN W3"/>
                <a:sym typeface="ヒラギノ角ゴ ProN W3"/>
              </a:defRPr>
            </a:lvl1pPr>
            <a:lvl2pPr defTabSz="2311906">
              <a:lnSpc>
                <a:spcPct val="90000"/>
              </a:lnSpc>
              <a:spcBef>
                <a:spcPts val="1700"/>
              </a:spcBef>
              <a:defRPr spc="-50">
                <a:latin typeface="ヒラギノ角ゴ ProN W3"/>
                <a:ea typeface="ヒラギノ角ゴ ProN W3"/>
                <a:cs typeface="ヒラギノ角ゴ ProN W3"/>
                <a:sym typeface="ヒラギノ角ゴ ProN W3"/>
              </a:defRPr>
            </a:lvl2pPr>
            <a:lvl3pPr defTabSz="2311906">
              <a:lnSpc>
                <a:spcPct val="90000"/>
              </a:lnSpc>
              <a:spcBef>
                <a:spcPts val="1700"/>
              </a:spcBef>
              <a:defRPr spc="-50">
                <a:latin typeface="ヒラギノ角ゴ ProN W3"/>
                <a:ea typeface="ヒラギノ角ゴ ProN W3"/>
                <a:cs typeface="ヒラギノ角ゴ ProN W3"/>
                <a:sym typeface="ヒラギノ角ゴ ProN W3"/>
              </a:defRPr>
            </a:lvl3pPr>
            <a:lvl4pPr defTabSz="2311906">
              <a:lnSpc>
                <a:spcPct val="90000"/>
              </a:lnSpc>
              <a:spcBef>
                <a:spcPts val="1700"/>
              </a:spcBef>
              <a:defRPr spc="-50">
                <a:latin typeface="ヒラギノ角ゴ ProN W3"/>
                <a:ea typeface="ヒラギノ角ゴ ProN W3"/>
                <a:cs typeface="ヒラギノ角ゴ ProN W3"/>
                <a:sym typeface="ヒラギノ角ゴ ProN W3"/>
              </a:defRPr>
            </a:lvl4pPr>
            <a:lvl5pPr defTabSz="2311906">
              <a:lnSpc>
                <a:spcPct val="90000"/>
              </a:lnSpc>
              <a:spcBef>
                <a:spcPts val="1700"/>
              </a:spcBef>
              <a:defRPr spc="-50">
                <a:latin typeface="ヒラギノ角ゴ ProN W3"/>
                <a:ea typeface="ヒラギノ角ゴ ProN W3"/>
                <a:cs typeface="ヒラギノ角ゴ ProN W3"/>
                <a:sym typeface="ヒラギノ角ゴ ProN W3"/>
              </a:defRPr>
            </a:lvl5pPr>
          </a:lstStyle>
          <a:p>
            <a:r>
              <a:t>議題のトピック</a:t>
            </a:r>
          </a:p>
          <a:p>
            <a:pPr lvl="1"/>
            <a:endParaRPr/>
          </a:p>
          <a:p>
            <a:pPr lvl="2"/>
            <a:endParaRPr/>
          </a:p>
          <a:p>
            <a:pPr lvl="3"/>
            <a:endParaRPr/>
          </a:p>
          <a:p>
            <a:pPr lvl="4"/>
            <a:endParaRPr/>
          </a:p>
        </p:txBody>
      </p:sp>
      <p:sp>
        <p:nvSpPr>
          <p:cNvPr id="91"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ステートメント">
    <p:spTree>
      <p:nvGrpSpPr>
        <p:cNvPr id="1" name=""/>
        <p:cNvGrpSpPr/>
        <p:nvPr/>
      </p:nvGrpSpPr>
      <p:grpSpPr>
        <a:xfrm>
          <a:off x="0" y="0"/>
          <a:ext cx="0" cy="0"/>
          <a:chOff x="0" y="0"/>
          <a:chExt cx="0" cy="0"/>
        </a:xfrm>
      </p:grpSpPr>
      <p:sp>
        <p:nvSpPr>
          <p:cNvPr id="98" name="本文レベル1…"/>
          <p:cNvSpPr txBox="1">
            <a:spLocks noGrp="1"/>
          </p:cNvSpPr>
          <p:nvPr>
            <p:ph type="body" sz="quarter" idx="1" hasCustomPrompt="1"/>
          </p:nvPr>
        </p:nvSpPr>
        <p:spPr>
          <a:xfrm>
            <a:off x="523875" y="5521325"/>
            <a:ext cx="8705850" cy="1963341"/>
          </a:xfrm>
          <a:prstGeom prst="rect">
            <a:avLst/>
          </a:prstGeom>
        </p:spPr>
        <p:txBody>
          <a:bodyPr anchor="ctr"/>
          <a:lstStyle>
            <a:lvl1pPr algn="ctr" defTabSz="2311906">
              <a:lnSpc>
                <a:spcPct val="80000"/>
              </a:lnSpc>
              <a:defRPr sz="10800" spc="-215">
                <a:latin typeface="ヒラギノ角ゴ ProN W3"/>
                <a:ea typeface="ヒラギノ角ゴ ProN W3"/>
                <a:cs typeface="ヒラギノ角ゴ ProN W3"/>
                <a:sym typeface="ヒラギノ角ゴ ProN W3"/>
              </a:defRPr>
            </a:lvl1pPr>
            <a:lvl2pPr algn="ctr" defTabSz="2311906">
              <a:lnSpc>
                <a:spcPct val="80000"/>
              </a:lnSpc>
              <a:defRPr sz="10800" spc="-215">
                <a:latin typeface="ヒラギノ角ゴ ProN W3"/>
                <a:ea typeface="ヒラギノ角ゴ ProN W3"/>
                <a:cs typeface="ヒラギノ角ゴ ProN W3"/>
                <a:sym typeface="ヒラギノ角ゴ ProN W3"/>
              </a:defRPr>
            </a:lvl2pPr>
            <a:lvl3pPr algn="ctr" defTabSz="2311906">
              <a:lnSpc>
                <a:spcPct val="80000"/>
              </a:lnSpc>
              <a:defRPr sz="10800" spc="-215">
                <a:latin typeface="ヒラギノ角ゴ ProN W3"/>
                <a:ea typeface="ヒラギノ角ゴ ProN W3"/>
                <a:cs typeface="ヒラギノ角ゴ ProN W3"/>
                <a:sym typeface="ヒラギノ角ゴ ProN W3"/>
              </a:defRPr>
            </a:lvl3pPr>
            <a:lvl4pPr algn="ctr" defTabSz="2311906">
              <a:lnSpc>
                <a:spcPct val="80000"/>
              </a:lnSpc>
              <a:defRPr sz="10800" spc="-215">
                <a:latin typeface="ヒラギノ角ゴ ProN W3"/>
                <a:ea typeface="ヒラギノ角ゴ ProN W3"/>
                <a:cs typeface="ヒラギノ角ゴ ProN W3"/>
                <a:sym typeface="ヒラギノ角ゴ ProN W3"/>
              </a:defRPr>
            </a:lvl4pPr>
            <a:lvl5pPr algn="ctr" defTabSz="2311906">
              <a:lnSpc>
                <a:spcPct val="80000"/>
              </a:lnSpc>
              <a:defRPr sz="10800" spc="-215">
                <a:latin typeface="ヒラギノ角ゴ ProN W3"/>
                <a:ea typeface="ヒラギノ角ゴ ProN W3"/>
                <a:cs typeface="ヒラギノ角ゴ ProN W3"/>
                <a:sym typeface="ヒラギノ角ゴ ProN W3"/>
              </a:defRPr>
            </a:lvl5pPr>
          </a:lstStyle>
          <a:p>
            <a:r>
              <a:t>ステートメント</a:t>
            </a:r>
          </a:p>
          <a:p>
            <a:pPr lvl="1"/>
            <a:endParaRPr/>
          </a:p>
          <a:p>
            <a:pPr lvl="2"/>
            <a:endParaRPr/>
          </a:p>
          <a:p>
            <a:pPr lvl="3"/>
            <a:endParaRPr/>
          </a:p>
          <a:p>
            <a:pPr lvl="4"/>
            <a:endParaRPr/>
          </a:p>
        </p:txBody>
      </p:sp>
      <p:sp>
        <p:nvSpPr>
          <p:cNvPr id="99"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ビッグファクト">
    <p:spTree>
      <p:nvGrpSpPr>
        <p:cNvPr id="1" name=""/>
        <p:cNvGrpSpPr/>
        <p:nvPr/>
      </p:nvGrpSpPr>
      <p:grpSpPr>
        <a:xfrm>
          <a:off x="0" y="0"/>
          <a:ext cx="0" cy="0"/>
          <a:chOff x="0" y="0"/>
          <a:chExt cx="0" cy="0"/>
        </a:xfrm>
      </p:grpSpPr>
      <p:sp>
        <p:nvSpPr>
          <p:cNvPr id="106" name="ファクト情報"/>
          <p:cNvSpPr txBox="1">
            <a:spLocks noGrp="1"/>
          </p:cNvSpPr>
          <p:nvPr>
            <p:ph type="body" sz="quarter" idx="21" hasCustomPrompt="1"/>
          </p:nvPr>
        </p:nvSpPr>
        <p:spPr>
          <a:xfrm>
            <a:off x="523875" y="7502284"/>
            <a:ext cx="8705850" cy="503852"/>
          </a:xfrm>
          <a:prstGeom prst="rect">
            <a:avLst/>
          </a:prstGeom>
        </p:spPr>
        <p:txBody>
          <a:bodyPr/>
          <a:lstStyle>
            <a:lvl1pPr algn="ctr" defTabSz="1595215">
              <a:defRPr sz="3450"/>
            </a:lvl1pPr>
          </a:lstStyle>
          <a:p>
            <a:r>
              <a:t>ファクト情報</a:t>
            </a:r>
          </a:p>
        </p:txBody>
      </p:sp>
      <p:sp>
        <p:nvSpPr>
          <p:cNvPr id="107" name="本文レベル1…"/>
          <p:cNvSpPr txBox="1">
            <a:spLocks noGrp="1"/>
          </p:cNvSpPr>
          <p:nvPr>
            <p:ph type="body" sz="half" idx="1" hasCustomPrompt="1"/>
          </p:nvPr>
        </p:nvSpPr>
        <p:spPr>
          <a:xfrm>
            <a:off x="523875" y="3594100"/>
            <a:ext cx="8705850" cy="3908185"/>
          </a:xfrm>
          <a:prstGeom prst="rect">
            <a:avLst/>
          </a:prstGeom>
        </p:spPr>
        <p:txBody>
          <a:bodyPr anchor="b"/>
          <a:lstStyle>
            <a:lvl1pPr algn="ctr" defTabSz="2311906">
              <a:lnSpc>
                <a:spcPct val="80000"/>
              </a:lnSpc>
              <a:defRPr sz="23400" spc="-233"/>
            </a:lvl1pPr>
            <a:lvl2pPr algn="ctr" defTabSz="2311906">
              <a:lnSpc>
                <a:spcPct val="80000"/>
              </a:lnSpc>
              <a:defRPr sz="23400" spc="-233"/>
            </a:lvl2pPr>
            <a:lvl3pPr algn="ctr" defTabSz="2311906">
              <a:lnSpc>
                <a:spcPct val="80000"/>
              </a:lnSpc>
              <a:defRPr sz="23400" spc="-233"/>
            </a:lvl3pPr>
            <a:lvl4pPr algn="ctr" defTabSz="2311906">
              <a:lnSpc>
                <a:spcPct val="80000"/>
              </a:lnSpc>
              <a:defRPr sz="23400" spc="-233"/>
            </a:lvl4pPr>
            <a:lvl5pPr algn="ctr" defTabSz="2311906">
              <a:lnSpc>
                <a:spcPct val="80000"/>
              </a:lnSpc>
              <a:defRPr sz="23400" spc="-233"/>
            </a:lvl5pPr>
          </a:lstStyle>
          <a:p>
            <a:r>
              <a:t>100%</a:t>
            </a:r>
          </a:p>
          <a:p>
            <a:pPr lvl="1"/>
            <a:endParaRPr/>
          </a:p>
          <a:p>
            <a:pPr lvl="2"/>
            <a:endParaRPr/>
          </a:p>
          <a:p>
            <a:pPr lvl="3"/>
            <a:endParaRPr/>
          </a:p>
          <a:p>
            <a:pPr lvl="4"/>
            <a:endParaRPr/>
          </a:p>
        </p:txBody>
      </p:sp>
      <p:sp>
        <p:nvSpPr>
          <p:cNvPr id="108"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引用">
    <p:spTree>
      <p:nvGrpSpPr>
        <p:cNvPr id="1" name=""/>
        <p:cNvGrpSpPr/>
        <p:nvPr/>
      </p:nvGrpSpPr>
      <p:grpSpPr>
        <a:xfrm>
          <a:off x="0" y="0"/>
          <a:ext cx="0" cy="0"/>
          <a:chOff x="0" y="0"/>
          <a:chExt cx="0" cy="0"/>
        </a:xfrm>
      </p:grpSpPr>
      <p:sp>
        <p:nvSpPr>
          <p:cNvPr id="115" name="本文レベル1…"/>
          <p:cNvSpPr txBox="1">
            <a:spLocks noGrp="1"/>
          </p:cNvSpPr>
          <p:nvPr>
            <p:ph type="body" sz="quarter" idx="1" hasCustomPrompt="1"/>
          </p:nvPr>
        </p:nvSpPr>
        <p:spPr>
          <a:xfrm>
            <a:off x="552450" y="5635625"/>
            <a:ext cx="8648700" cy="1743075"/>
          </a:xfrm>
          <a:prstGeom prst="rect">
            <a:avLst/>
          </a:prstGeom>
        </p:spPr>
        <p:txBody>
          <a:bodyPr anchor="ctr"/>
          <a:lstStyle>
            <a:lvl1pPr marL="609600" indent="-457200" defTabSz="2311906">
              <a:lnSpc>
                <a:spcPct val="90000"/>
              </a:lnSpc>
              <a:defRPr sz="8000" spc="-159">
                <a:latin typeface="ヒラギノ角ゴ ProN W3"/>
                <a:ea typeface="ヒラギノ角ゴ ProN W3"/>
                <a:cs typeface="ヒラギノ角ゴ ProN W3"/>
                <a:sym typeface="ヒラギノ角ゴ ProN W3"/>
              </a:defRPr>
            </a:lvl1pPr>
            <a:lvl2pPr marL="609600" indent="0" defTabSz="2311906">
              <a:lnSpc>
                <a:spcPct val="90000"/>
              </a:lnSpc>
              <a:defRPr sz="8000" spc="-159">
                <a:latin typeface="ヒラギノ角ゴ ProN W3"/>
                <a:ea typeface="ヒラギノ角ゴ ProN W3"/>
                <a:cs typeface="ヒラギノ角ゴ ProN W3"/>
                <a:sym typeface="ヒラギノ角ゴ ProN W3"/>
              </a:defRPr>
            </a:lvl2pPr>
            <a:lvl3pPr marL="609600" indent="457200" defTabSz="2311906">
              <a:lnSpc>
                <a:spcPct val="90000"/>
              </a:lnSpc>
              <a:defRPr sz="8000" spc="-159">
                <a:latin typeface="ヒラギノ角ゴ ProN W3"/>
                <a:ea typeface="ヒラギノ角ゴ ProN W3"/>
                <a:cs typeface="ヒラギノ角ゴ ProN W3"/>
                <a:sym typeface="ヒラギノ角ゴ ProN W3"/>
              </a:defRPr>
            </a:lvl3pPr>
            <a:lvl4pPr marL="609600" indent="914400" defTabSz="2311906">
              <a:lnSpc>
                <a:spcPct val="90000"/>
              </a:lnSpc>
              <a:defRPr sz="8000" spc="-159">
                <a:latin typeface="ヒラギノ角ゴ ProN W3"/>
                <a:ea typeface="ヒラギノ角ゴ ProN W3"/>
                <a:cs typeface="ヒラギノ角ゴ ProN W3"/>
                <a:sym typeface="ヒラギノ角ゴ ProN W3"/>
              </a:defRPr>
            </a:lvl4pPr>
            <a:lvl5pPr marL="609600" indent="1371600" defTabSz="2311906">
              <a:lnSpc>
                <a:spcPct val="90000"/>
              </a:lnSpc>
              <a:defRPr sz="8000" spc="-159">
                <a:latin typeface="ヒラギノ角ゴ ProN W3"/>
                <a:ea typeface="ヒラギノ角ゴ ProN W3"/>
                <a:cs typeface="ヒラギノ角ゴ ProN W3"/>
                <a:sym typeface="ヒラギノ角ゴ ProN W3"/>
              </a:defRPr>
            </a:lvl5pPr>
          </a:lstStyle>
          <a:p>
            <a:r>
              <a:t>“重要な引用”</a:t>
            </a:r>
          </a:p>
          <a:p>
            <a:pPr lvl="1"/>
            <a:endParaRPr/>
          </a:p>
          <a:p>
            <a:pPr lvl="2"/>
            <a:endParaRPr/>
          </a:p>
          <a:p>
            <a:pPr lvl="3"/>
            <a:endParaRPr/>
          </a:p>
          <a:p>
            <a:pPr lvl="4"/>
            <a:endParaRPr/>
          </a:p>
        </p:txBody>
      </p:sp>
      <p:sp>
        <p:nvSpPr>
          <p:cNvPr id="116" name="属性"/>
          <p:cNvSpPr txBox="1">
            <a:spLocks noGrp="1"/>
          </p:cNvSpPr>
          <p:nvPr>
            <p:ph type="body" sz="quarter" idx="21" hasCustomPrompt="1"/>
          </p:nvPr>
        </p:nvSpPr>
        <p:spPr>
          <a:xfrm>
            <a:off x="914400" y="7664450"/>
            <a:ext cx="8286750" cy="345795"/>
          </a:xfrm>
          <a:prstGeom prst="rect">
            <a:avLst/>
          </a:prstGeom>
        </p:spPr>
        <p:txBody>
          <a:bodyPr/>
          <a:lstStyle>
            <a:lvl1pPr defTabSz="508752">
              <a:defRPr sz="2080"/>
            </a:lvl1pPr>
          </a:lstStyle>
          <a:p>
            <a:r>
              <a:t>属性</a:t>
            </a:r>
          </a:p>
        </p:txBody>
      </p:sp>
      <p:sp>
        <p:nvSpPr>
          <p:cNvPr id="117"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画像（3点）">
    <p:spTree>
      <p:nvGrpSpPr>
        <p:cNvPr id="1" name=""/>
        <p:cNvGrpSpPr/>
        <p:nvPr/>
      </p:nvGrpSpPr>
      <p:grpSpPr>
        <a:xfrm>
          <a:off x="0" y="0"/>
          <a:ext cx="0" cy="0"/>
          <a:chOff x="0" y="0"/>
          <a:chExt cx="0" cy="0"/>
        </a:xfrm>
      </p:grpSpPr>
      <p:sp>
        <p:nvSpPr>
          <p:cNvPr id="124" name="パセリバター、煎りヘーゼルナッツ、削ったパルメザンチーズがかかったパッパルデッレパスタ1皿"/>
          <p:cNvSpPr>
            <a:spLocks noGrp="1"/>
          </p:cNvSpPr>
          <p:nvPr>
            <p:ph type="pic" idx="21"/>
          </p:nvPr>
        </p:nvSpPr>
        <p:spPr>
          <a:xfrm>
            <a:off x="-1562100" y="3360468"/>
            <a:ext cx="8373892" cy="6280420"/>
          </a:xfrm>
          <a:prstGeom prst="rect">
            <a:avLst/>
          </a:prstGeom>
        </p:spPr>
        <p:txBody>
          <a:bodyPr lIns="91439" tIns="45719" rIns="91439" bIns="45719">
            <a:noAutofit/>
          </a:bodyPr>
          <a:lstStyle/>
          <a:p>
            <a:endParaRPr/>
          </a:p>
        </p:txBody>
      </p:sp>
      <p:sp>
        <p:nvSpPr>
          <p:cNvPr id="125" name="炒飯、ゆで卵、箸が添えられたボウル1杯のサラダ"/>
          <p:cNvSpPr>
            <a:spLocks noGrp="1"/>
          </p:cNvSpPr>
          <p:nvPr>
            <p:ph type="pic" sz="quarter" idx="22"/>
          </p:nvPr>
        </p:nvSpPr>
        <p:spPr>
          <a:xfrm>
            <a:off x="4948237" y="3063875"/>
            <a:ext cx="4305301" cy="3444241"/>
          </a:xfrm>
          <a:prstGeom prst="rect">
            <a:avLst/>
          </a:prstGeom>
        </p:spPr>
        <p:txBody>
          <a:bodyPr lIns="91439" tIns="45719" rIns="91439" bIns="45719">
            <a:noAutofit/>
          </a:bodyPr>
          <a:lstStyle/>
          <a:p>
            <a:endParaRPr/>
          </a:p>
        </p:txBody>
      </p:sp>
      <p:sp>
        <p:nvSpPr>
          <p:cNvPr id="126" name="サーモンケーキ、サラダ、フムスが入ったボウル"/>
          <p:cNvSpPr>
            <a:spLocks noGrp="1"/>
          </p:cNvSpPr>
          <p:nvPr>
            <p:ph type="pic" sz="half" idx="23"/>
          </p:nvPr>
        </p:nvSpPr>
        <p:spPr>
          <a:xfrm>
            <a:off x="3738562" y="4906860"/>
            <a:ext cx="5953126" cy="6928707"/>
          </a:xfrm>
          <a:prstGeom prst="rect">
            <a:avLst/>
          </a:prstGeom>
        </p:spPr>
        <p:txBody>
          <a:bodyPr lIns="91439" tIns="45719" rIns="91439" bIns="45719">
            <a:noAutofit/>
          </a:bodyPr>
          <a:lstStyle/>
          <a:p>
            <a:endParaRPr/>
          </a:p>
        </p:txBody>
      </p:sp>
      <p:sp>
        <p:nvSpPr>
          <p:cNvPr id="127"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写真">
    <p:spTree>
      <p:nvGrpSpPr>
        <p:cNvPr id="1" name=""/>
        <p:cNvGrpSpPr/>
        <p:nvPr/>
      </p:nvGrpSpPr>
      <p:grpSpPr>
        <a:xfrm>
          <a:off x="0" y="0"/>
          <a:ext cx="0" cy="0"/>
          <a:chOff x="0" y="0"/>
          <a:chExt cx="0" cy="0"/>
        </a:xfrm>
      </p:grpSpPr>
      <p:sp>
        <p:nvSpPr>
          <p:cNvPr id="134" name="炒飯、ゆで卵、箸が添えられたボウル1杯のサラダ"/>
          <p:cNvSpPr>
            <a:spLocks noGrp="1"/>
          </p:cNvSpPr>
          <p:nvPr>
            <p:ph type="pic" idx="21"/>
          </p:nvPr>
        </p:nvSpPr>
        <p:spPr>
          <a:xfrm>
            <a:off x="-762000" y="2054225"/>
            <a:ext cx="10820400" cy="8656320"/>
          </a:xfrm>
          <a:prstGeom prst="rect">
            <a:avLst/>
          </a:prstGeom>
        </p:spPr>
        <p:txBody>
          <a:bodyPr lIns="91439" tIns="45719" rIns="91439" bIns="45719">
            <a:noAutofit/>
          </a:bodyPr>
          <a:lstStyle/>
          <a:p>
            <a:endParaRPr/>
          </a:p>
        </p:txBody>
      </p:sp>
      <p:sp>
        <p:nvSpPr>
          <p:cNvPr id="135" name="スライド番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42"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プレゼンテーションのタイトル"/>
          <p:cNvSpPr txBox="1">
            <a:spLocks noGrp="1"/>
          </p:cNvSpPr>
          <p:nvPr>
            <p:ph type="title" hasCustomPrompt="1"/>
          </p:nvPr>
        </p:nvSpPr>
        <p:spPr>
          <a:xfrm>
            <a:off x="523875" y="4235450"/>
            <a:ext cx="8706793" cy="247650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b">
            <a:normAutofit/>
          </a:bodyPr>
          <a:lstStyle/>
          <a:p>
            <a:r>
              <a:t>プレゼンテーションのタイトル</a:t>
            </a:r>
          </a:p>
        </p:txBody>
      </p:sp>
      <p:sp>
        <p:nvSpPr>
          <p:cNvPr id="3" name="本文レベル1…"/>
          <p:cNvSpPr txBox="1">
            <a:spLocks noGrp="1"/>
          </p:cNvSpPr>
          <p:nvPr>
            <p:ph type="body" idx="1" hasCustomPrompt="1"/>
          </p:nvPr>
        </p:nvSpPr>
        <p:spPr>
          <a:xfrm>
            <a:off x="523875" y="6673850"/>
            <a:ext cx="8705850" cy="109230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ormAutofit/>
          </a:bodyPr>
          <a:lstStyle/>
          <a:p>
            <a:r>
              <a:t>プレゼンテーションのサブタイトル</a:t>
            </a:r>
          </a:p>
          <a:p>
            <a:pPr lvl="1"/>
            <a:endParaRPr/>
          </a:p>
          <a:p>
            <a:pPr lvl="2"/>
            <a:endParaRPr/>
          </a:p>
          <a:p>
            <a:pPr lvl="3"/>
            <a:endParaRPr/>
          </a:p>
          <a:p>
            <a:pPr lvl="4"/>
            <a:endParaRPr/>
          </a:p>
        </p:txBody>
      </p:sp>
      <p:sp>
        <p:nvSpPr>
          <p:cNvPr id="4" name="スライド番号"/>
          <p:cNvSpPr txBox="1">
            <a:spLocks noGrp="1"/>
          </p:cNvSpPr>
          <p:nvPr>
            <p:ph type="sldNum" sz="quarter" idx="2"/>
          </p:nvPr>
        </p:nvSpPr>
        <p:spPr>
          <a:xfrm>
            <a:off x="4698847" y="9696157"/>
            <a:ext cx="355906" cy="279401"/>
          </a:xfrm>
          <a:prstGeom prst="rect">
            <a:avLst/>
          </a:prstGeom>
          <a:ln w="3175">
            <a:miter lim="400000"/>
          </a:ln>
        </p:spPr>
        <p:txBody>
          <a:bodyPr wrap="none" lIns="38100" tIns="38100" rIns="38100" bIns="38100" anchor="b">
            <a:spAutoFit/>
          </a:bodyPr>
          <a:lstStyle>
            <a:lvl1pPr defTabSz="778933">
              <a:defRPr sz="16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1pPr>
      <a:lvl2pPr marL="0" marR="0" indent="4572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2pPr>
      <a:lvl3pPr marL="0" marR="0" indent="9144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3pPr>
      <a:lvl4pPr marL="0" marR="0" indent="13716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4pPr>
      <a:lvl5pPr marL="0" marR="0" indent="18288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5pPr>
      <a:lvl6pPr marL="0" marR="0" indent="22860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6pPr>
      <a:lvl7pPr marL="0" marR="0" indent="27432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7pPr>
      <a:lvl8pPr marL="0" marR="0" indent="32004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8pPr>
      <a:lvl9pPr marL="0" marR="0" indent="36576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9pPr>
    </p:titleStyle>
    <p:bodyStyle>
      <a:lvl1pPr marL="0" marR="0" indent="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1pPr>
      <a:lvl2pPr marL="0" marR="0" indent="4572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2pPr>
      <a:lvl3pPr marL="0" marR="0" indent="9144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3pPr>
      <a:lvl4pPr marL="0" marR="0" indent="13716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4pPr>
      <a:lvl5pPr marL="0" marR="0" indent="18288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5pPr>
      <a:lvl6pPr marL="0" marR="0" indent="22860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6pPr>
      <a:lvl7pPr marL="0" marR="0" indent="27432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7pPr>
      <a:lvl8pPr marL="0" marR="0" indent="32004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8pPr>
      <a:lvl9pPr marL="0" marR="0" indent="36576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9pPr>
    </p:bodyStyle>
    <p:otherStyle>
      <a:lvl1pPr marL="0" marR="0" indent="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1pPr>
      <a:lvl2pPr marL="0" marR="0" indent="4572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2pPr>
      <a:lvl3pPr marL="0" marR="0" indent="9144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3pPr>
      <a:lvl4pPr marL="0" marR="0" indent="13716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4pPr>
      <a:lvl5pPr marL="0" marR="0" indent="18288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5pPr>
      <a:lvl6pPr marL="0" marR="0" indent="22860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6pPr>
      <a:lvl7pPr marL="0" marR="0" indent="27432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7pPr>
      <a:lvl8pPr marL="0" marR="0" indent="32004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8pPr>
      <a:lvl9pPr marL="0" marR="0" indent="36576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からだアシストpng.png" descr="からだアシストpng.png"/>
          <p:cNvPicPr>
            <a:picLocks noChangeAspect="1"/>
          </p:cNvPicPr>
          <p:nvPr/>
        </p:nvPicPr>
        <p:blipFill>
          <a:blip r:embed="rId2"/>
          <a:srcRect t="30930" b="41703"/>
          <a:stretch>
            <a:fillRect/>
          </a:stretch>
        </p:blipFill>
        <p:spPr>
          <a:xfrm>
            <a:off x="7007454" y="12294187"/>
            <a:ext cx="2350476" cy="482413"/>
          </a:xfrm>
          <a:prstGeom prst="rect">
            <a:avLst/>
          </a:prstGeom>
          <a:ln w="3175">
            <a:miter lim="400000"/>
          </a:ln>
        </p:spPr>
      </p:pic>
      <p:sp>
        <p:nvSpPr>
          <p:cNvPr id="152" name="ご利用者名： 〇〇 〇〇 様"/>
          <p:cNvSpPr txBox="1"/>
          <p:nvPr/>
        </p:nvSpPr>
        <p:spPr>
          <a:xfrm>
            <a:off x="583613" y="958167"/>
            <a:ext cx="1308050" cy="323165"/>
          </a:xfrm>
          <a:prstGeom prst="rect">
            <a:avLst/>
          </a:prstGeom>
          <a:ln w="635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rPr dirty="0" err="1"/>
              <a:t>ご利用者名</a:t>
            </a:r>
            <a:r>
              <a:rPr dirty="0"/>
              <a:t>：</a:t>
            </a:r>
          </a:p>
        </p:txBody>
      </p:sp>
      <p:sp>
        <p:nvSpPr>
          <p:cNvPr id="153" name="担当施術者名：野間 一輝"/>
          <p:cNvSpPr txBox="1"/>
          <p:nvPr/>
        </p:nvSpPr>
        <p:spPr>
          <a:xfrm>
            <a:off x="6316760" y="1361365"/>
            <a:ext cx="1513236" cy="32316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r">
              <a:defRPr sz="1600">
                <a:solidFill>
                  <a:srgbClr val="212121"/>
                </a:solidFill>
              </a:defRPr>
            </a:lvl1pPr>
          </a:lstStyle>
          <a:p>
            <a:r>
              <a:rPr dirty="0" err="1">
                <a:solidFill>
                  <a:schemeClr val="bg2">
                    <a:lumMod val="10000"/>
                  </a:schemeClr>
                </a:solidFill>
              </a:rPr>
              <a:t>担当施術者名</a:t>
            </a:r>
            <a:r>
              <a:rPr lang="ja-JP" altLang="en-US">
                <a:solidFill>
                  <a:schemeClr val="bg2">
                    <a:lumMod val="10000"/>
                  </a:schemeClr>
                </a:solidFill>
              </a:rPr>
              <a:t>：</a:t>
            </a:r>
            <a:endParaRPr dirty="0">
              <a:solidFill>
                <a:schemeClr val="bg2">
                  <a:lumMod val="10000"/>
                </a:schemeClr>
              </a:solidFill>
            </a:endParaRPr>
          </a:p>
        </p:txBody>
      </p:sp>
      <p:sp>
        <p:nvSpPr>
          <p:cNvPr id="154" name="作成日 2026年 月 日"/>
          <p:cNvSpPr txBox="1"/>
          <p:nvPr/>
        </p:nvSpPr>
        <p:spPr>
          <a:xfrm>
            <a:off x="6941002" y="922977"/>
            <a:ext cx="692497" cy="32316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r">
              <a:defRPr sz="1600">
                <a:solidFill>
                  <a:srgbClr val="212121"/>
                </a:solidFill>
              </a:defRPr>
            </a:lvl1pPr>
          </a:lstStyle>
          <a:p>
            <a:r>
              <a:rPr dirty="0" err="1"/>
              <a:t>作成日</a:t>
            </a:r>
            <a:endParaRPr dirty="0"/>
          </a:p>
        </p:txBody>
      </p:sp>
      <p:sp>
        <p:nvSpPr>
          <p:cNvPr id="155" name="情報共有シート"/>
          <p:cNvSpPr txBox="1"/>
          <p:nvPr/>
        </p:nvSpPr>
        <p:spPr>
          <a:xfrm>
            <a:off x="3943350" y="331868"/>
            <a:ext cx="1866900" cy="3302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a:solidFill>
                  <a:srgbClr val="212121"/>
                </a:solidFill>
                <a:latin typeface="+mn-lt"/>
                <a:ea typeface="+mn-ea"/>
                <a:cs typeface="+mn-cs"/>
                <a:sym typeface="ヒラギノ角ゴ ProN W6"/>
              </a:defRPr>
            </a:lvl1pPr>
          </a:lstStyle>
          <a:p>
            <a:r>
              <a:t>情報共有シート</a:t>
            </a:r>
          </a:p>
        </p:txBody>
      </p:sp>
      <p:graphicFrame>
        <p:nvGraphicFramePr>
          <p:cNvPr id="156" name="表1"/>
          <p:cNvGraphicFramePr/>
          <p:nvPr>
            <p:extLst>
              <p:ext uri="{D42A27DB-BD31-4B8C-83A1-F6EECF244321}">
                <p14:modId xmlns:p14="http://schemas.microsoft.com/office/powerpoint/2010/main" val="3731186182"/>
              </p:ext>
            </p:extLst>
          </p:nvPr>
        </p:nvGraphicFramePr>
        <p:xfrm>
          <a:off x="525462" y="2111039"/>
          <a:ext cx="8702675" cy="1085849"/>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1085849">
                <a:tc>
                  <a:txBody>
                    <a:bodyPr/>
                    <a:lstStyle/>
                    <a:p>
                      <a:pPr algn="l" defTabSz="457200">
                        <a:defRPr sz="1400"/>
                      </a:pPr>
                      <a:r>
                        <a:rPr lang="en" altLang="ja-JP" dirty="0"/>
                        <a:t>{{</a:t>
                      </a:r>
                      <a:r>
                        <a:rPr lang="en" altLang="ja-JP" dirty="0" err="1"/>
                        <a:t>body_status</a:t>
                      </a:r>
                      <a:r>
                        <a:rPr lang="en" altLang="ja-JP"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57" name="１．現在の身体状況、治療目的"/>
          <p:cNvSpPr txBox="1"/>
          <p:nvPr/>
        </p:nvSpPr>
        <p:spPr>
          <a:xfrm>
            <a:off x="520113" y="1829832"/>
            <a:ext cx="2933701" cy="279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t>１．現在の身体状況、治療目的</a:t>
            </a:r>
          </a:p>
        </p:txBody>
      </p:sp>
      <p:graphicFrame>
        <p:nvGraphicFramePr>
          <p:cNvPr id="158" name="表1-1"/>
          <p:cNvGraphicFramePr/>
          <p:nvPr>
            <p:extLst>
              <p:ext uri="{D42A27DB-BD31-4B8C-83A1-F6EECF244321}">
                <p14:modId xmlns:p14="http://schemas.microsoft.com/office/powerpoint/2010/main" val="1122442212"/>
              </p:ext>
            </p:extLst>
          </p:nvPr>
        </p:nvGraphicFramePr>
        <p:xfrm>
          <a:off x="528137" y="3566681"/>
          <a:ext cx="8702675" cy="1137883"/>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1137883">
                <a:tc>
                  <a:txBody>
                    <a:bodyPr/>
                    <a:lstStyle/>
                    <a:p>
                      <a:pPr algn="l" defTabSz="457200">
                        <a:defRPr sz="1400"/>
                      </a:pPr>
                      <a:r>
                        <a:rPr lang="en" altLang="ja-JP" dirty="0"/>
                        <a:t>{{</a:t>
                      </a:r>
                      <a:r>
                        <a:rPr lang="en" altLang="ja-JP" dirty="0" err="1"/>
                        <a:t>recent_state</a:t>
                      </a:r>
                      <a:r>
                        <a:rPr lang="en" altLang="ja-JP"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59" name="２．最近のご様子"/>
          <p:cNvSpPr txBox="1"/>
          <p:nvPr/>
        </p:nvSpPr>
        <p:spPr>
          <a:xfrm>
            <a:off x="522787" y="3279219"/>
            <a:ext cx="1714501" cy="279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t>２．最近のご様子</a:t>
            </a:r>
          </a:p>
        </p:txBody>
      </p:sp>
      <p:graphicFrame>
        <p:nvGraphicFramePr>
          <p:cNvPr id="160" name="表1-1-1-1"/>
          <p:cNvGraphicFramePr/>
          <p:nvPr>
            <p:extLst>
              <p:ext uri="{D42A27DB-BD31-4B8C-83A1-F6EECF244321}">
                <p14:modId xmlns:p14="http://schemas.microsoft.com/office/powerpoint/2010/main" val="3801152684"/>
              </p:ext>
            </p:extLst>
          </p:nvPr>
        </p:nvGraphicFramePr>
        <p:xfrm>
          <a:off x="525462" y="10997670"/>
          <a:ext cx="8702675" cy="820800"/>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820800">
                <a:tc>
                  <a:txBody>
                    <a:bodyPr/>
                    <a:lstStyle/>
                    <a:p>
                      <a:pPr algn="l">
                        <a:defRPr sz="1800"/>
                      </a:pPr>
                      <a:r>
                        <a:rPr lang="en" altLang="ja-JP" sz="1400" dirty="0"/>
                        <a:t>{{notes}}</a:t>
                      </a:r>
                      <a:endParaRPr sz="1400" dirty="0">
                        <a:solidFill>
                          <a:srgbClr val="212121"/>
                        </a:solidFill>
                      </a:endParaRPr>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61" name="［備考］"/>
          <p:cNvSpPr txBox="1"/>
          <p:nvPr/>
        </p:nvSpPr>
        <p:spPr>
          <a:xfrm>
            <a:off x="520113" y="10714478"/>
            <a:ext cx="901701" cy="2794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t>［備考］</a:t>
            </a:r>
          </a:p>
        </p:txBody>
      </p:sp>
      <p:sp>
        <p:nvSpPr>
          <p:cNvPr id="162" name="※本シートは施術時に拝見できた情報を共有できればと思い作成しております。今後書式など変更の可能性があります。…"/>
          <p:cNvSpPr txBox="1"/>
          <p:nvPr/>
        </p:nvSpPr>
        <p:spPr>
          <a:xfrm>
            <a:off x="508510" y="11959753"/>
            <a:ext cx="8278877" cy="4572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p>
            <a:pPr algn="l">
              <a:defRPr sz="1200">
                <a:solidFill>
                  <a:srgbClr val="212121"/>
                </a:solidFill>
              </a:defRPr>
            </a:pPr>
            <a:r>
              <a:t>※本シートは施術時に拝見できた情報を共有できればと思い作成しております。今後書式など変更の可能性があります。</a:t>
            </a:r>
          </a:p>
          <a:p>
            <a:pPr algn="l">
              <a:defRPr sz="1200">
                <a:solidFill>
                  <a:srgbClr val="212121"/>
                </a:solidFill>
              </a:defRPr>
            </a:pPr>
            <a:r>
              <a:t>※本シートは担当ケアマネジャー様にも共有しております。</a:t>
            </a:r>
          </a:p>
        </p:txBody>
      </p:sp>
      <p:sp>
        <p:nvSpPr>
          <p:cNvPr id="163" name="円形"/>
          <p:cNvSpPr/>
          <p:nvPr/>
        </p:nvSpPr>
        <p:spPr>
          <a:xfrm>
            <a:off x="6038965" y="5439501"/>
            <a:ext cx="545141" cy="547884"/>
          </a:xfrm>
          <a:prstGeom prst="ellipse">
            <a:avLst/>
          </a:prstGeom>
          <a:solidFill>
            <a:schemeClr val="accent4">
              <a:hueOff val="-476017"/>
              <a:lumOff val="-10042"/>
              <a:alpha val="50072"/>
            </a:schemeClr>
          </a:solidFill>
          <a:ln w="3175">
            <a:miter lim="400000"/>
          </a:ln>
        </p:spPr>
        <p:txBody>
          <a:bodyPr lIns="38100" tIns="38100" rIns="38100" bIns="38100" anchor="ctr"/>
          <a:lstStyle/>
          <a:p>
            <a:pPr defTabSz="778933">
              <a:defRPr sz="2800">
                <a:solidFill>
                  <a:srgbClr val="FFFFFF"/>
                </a:solidFill>
              </a:defRPr>
            </a:pPr>
            <a:endParaRPr/>
          </a:p>
        </p:txBody>
      </p:sp>
      <p:sp>
        <p:nvSpPr>
          <p:cNvPr id="164" name="線"/>
          <p:cNvSpPr/>
          <p:nvPr/>
        </p:nvSpPr>
        <p:spPr>
          <a:xfrm>
            <a:off x="6794282" y="5683940"/>
            <a:ext cx="427812" cy="1"/>
          </a:xfrm>
          <a:prstGeom prst="line">
            <a:avLst/>
          </a:prstGeom>
          <a:ln w="25400">
            <a:solidFill>
              <a:srgbClr val="000000"/>
            </a:solidFill>
            <a:miter lim="400000"/>
            <a:tailEnd type="triangle"/>
          </a:ln>
        </p:spPr>
        <p:txBody>
          <a:bodyPr lIns="38100" tIns="38100" rIns="38100" bIns="38100" anchor="ctr"/>
          <a:lstStyle/>
          <a:p>
            <a:endParaRPr/>
          </a:p>
        </p:txBody>
      </p:sp>
      <p:sp>
        <p:nvSpPr>
          <p:cNvPr id="165" name="筋肉の硬さのある部位"/>
          <p:cNvSpPr txBox="1"/>
          <p:nvPr/>
        </p:nvSpPr>
        <p:spPr>
          <a:xfrm>
            <a:off x="7287251" y="5556940"/>
            <a:ext cx="1866901" cy="254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400">
                <a:solidFill>
                  <a:srgbClr val="000000"/>
                </a:solidFill>
              </a:defRPr>
            </a:lvl1pPr>
          </a:lstStyle>
          <a:p>
            <a:r>
              <a:t>筋肉の硬さのある部位</a:t>
            </a:r>
          </a:p>
        </p:txBody>
      </p:sp>
      <p:sp>
        <p:nvSpPr>
          <p:cNvPr id="167" name="円形"/>
          <p:cNvSpPr/>
          <p:nvPr/>
        </p:nvSpPr>
        <p:spPr>
          <a:xfrm>
            <a:off x="6038965" y="6094074"/>
            <a:ext cx="545141" cy="547884"/>
          </a:xfrm>
          <a:prstGeom prst="ellipse">
            <a:avLst/>
          </a:prstGeom>
          <a:solidFill>
            <a:schemeClr val="accent5">
              <a:hueOff val="-82419"/>
              <a:satOff val="-9513"/>
              <a:lumOff val="-16343"/>
              <a:alpha val="49667"/>
            </a:schemeClr>
          </a:solidFill>
          <a:ln w="3175">
            <a:miter lim="400000"/>
          </a:ln>
        </p:spPr>
        <p:txBody>
          <a:bodyPr lIns="38100" tIns="38100" rIns="38100" bIns="38100" anchor="ctr"/>
          <a:lstStyle/>
          <a:p>
            <a:pPr defTabSz="778933">
              <a:defRPr sz="2800">
                <a:solidFill>
                  <a:srgbClr val="FFFFFF"/>
                </a:solidFill>
              </a:defRPr>
            </a:pPr>
            <a:endParaRPr/>
          </a:p>
        </p:txBody>
      </p:sp>
      <p:sp>
        <p:nvSpPr>
          <p:cNvPr id="168" name="線"/>
          <p:cNvSpPr/>
          <p:nvPr/>
        </p:nvSpPr>
        <p:spPr>
          <a:xfrm>
            <a:off x="6819682" y="6368015"/>
            <a:ext cx="427812" cy="1"/>
          </a:xfrm>
          <a:prstGeom prst="line">
            <a:avLst/>
          </a:prstGeom>
          <a:ln w="25400">
            <a:solidFill>
              <a:srgbClr val="000000"/>
            </a:solidFill>
            <a:miter lim="400000"/>
            <a:tailEnd type="triangle"/>
          </a:ln>
        </p:spPr>
        <p:txBody>
          <a:bodyPr lIns="38100" tIns="38100" rIns="38100" bIns="38100" anchor="ctr"/>
          <a:lstStyle/>
          <a:p>
            <a:endParaRPr/>
          </a:p>
        </p:txBody>
      </p:sp>
      <p:sp>
        <p:nvSpPr>
          <p:cNvPr id="169" name="痛みのある部位"/>
          <p:cNvSpPr txBox="1"/>
          <p:nvPr/>
        </p:nvSpPr>
        <p:spPr>
          <a:xfrm>
            <a:off x="7312651" y="6241016"/>
            <a:ext cx="1333501" cy="25400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400">
                <a:solidFill>
                  <a:srgbClr val="000000"/>
                </a:solidFill>
              </a:defRPr>
            </a:lvl1pPr>
          </a:lstStyle>
          <a:p>
            <a:r>
              <a:t>痛みのある部位</a:t>
            </a:r>
          </a:p>
        </p:txBody>
      </p:sp>
      <p:sp>
        <p:nvSpPr>
          <p:cNvPr id="170" name="円形"/>
          <p:cNvSpPr/>
          <p:nvPr/>
        </p:nvSpPr>
        <p:spPr>
          <a:xfrm>
            <a:off x="6038965" y="4784928"/>
            <a:ext cx="545141" cy="547884"/>
          </a:xfrm>
          <a:prstGeom prst="ellipse">
            <a:avLst/>
          </a:prstGeom>
          <a:solidFill>
            <a:schemeClr val="accent1">
              <a:lumOff val="-13575"/>
              <a:alpha val="50280"/>
            </a:schemeClr>
          </a:solidFill>
          <a:ln w="3175">
            <a:miter lim="400000"/>
          </a:ln>
        </p:spPr>
        <p:txBody>
          <a:bodyPr lIns="38100" tIns="38100" rIns="38100" bIns="38100" anchor="ctr"/>
          <a:lstStyle/>
          <a:p>
            <a:pPr defTabSz="778933">
              <a:defRPr sz="2800">
                <a:solidFill>
                  <a:srgbClr val="FFFFFF"/>
                </a:solidFill>
              </a:defRPr>
            </a:pPr>
            <a:endParaRPr/>
          </a:p>
        </p:txBody>
      </p:sp>
      <p:sp>
        <p:nvSpPr>
          <p:cNvPr id="171" name="線"/>
          <p:cNvSpPr/>
          <p:nvPr/>
        </p:nvSpPr>
        <p:spPr>
          <a:xfrm>
            <a:off x="6819682" y="5058869"/>
            <a:ext cx="427812" cy="1"/>
          </a:xfrm>
          <a:prstGeom prst="line">
            <a:avLst/>
          </a:prstGeom>
          <a:ln w="25400">
            <a:solidFill>
              <a:srgbClr val="000000"/>
            </a:solidFill>
            <a:miter lim="400000"/>
            <a:tailEnd type="triangle"/>
          </a:ln>
        </p:spPr>
        <p:txBody>
          <a:bodyPr lIns="38100" tIns="38100" rIns="38100" bIns="38100" anchor="ctr"/>
          <a:lstStyle/>
          <a:p>
            <a:endParaRPr/>
          </a:p>
        </p:txBody>
      </p:sp>
      <p:sp>
        <p:nvSpPr>
          <p:cNvPr id="172" name="感覚異常のある部位"/>
          <p:cNvSpPr txBox="1"/>
          <p:nvPr/>
        </p:nvSpPr>
        <p:spPr>
          <a:xfrm>
            <a:off x="7312651" y="4931869"/>
            <a:ext cx="1689101" cy="25400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400">
                <a:solidFill>
                  <a:srgbClr val="000000"/>
                </a:solidFill>
              </a:defRPr>
            </a:lvl1pPr>
          </a:lstStyle>
          <a:p>
            <a:r>
              <a:t>感覚異常のある部位</a:t>
            </a:r>
          </a:p>
        </p:txBody>
      </p:sp>
      <p:sp>
        <p:nvSpPr>
          <p:cNvPr id="5" name="テキスト ボックス 4">
            <a:extLst>
              <a:ext uri="{FF2B5EF4-FFF2-40B4-BE49-F238E27FC236}">
                <a16:creationId xmlns:a16="http://schemas.microsoft.com/office/drawing/2014/main" id="{7ED107AC-CF47-00BE-F759-0D2A382EE721}"/>
              </a:ext>
            </a:extLst>
          </p:cNvPr>
          <p:cNvSpPr txBox="1"/>
          <p:nvPr/>
        </p:nvSpPr>
        <p:spPr>
          <a:xfrm>
            <a:off x="1801445" y="943765"/>
            <a:ext cx="1766945"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r>
              <a:rPr lang="en" altLang="ja-JP" sz="1600" dirty="0">
                <a:solidFill>
                  <a:schemeClr val="bg2">
                    <a:lumMod val="10000"/>
                  </a:schemeClr>
                </a:solidFill>
              </a:rPr>
              <a:t>{{</a:t>
            </a:r>
            <a:r>
              <a:rPr lang="en" altLang="ja-JP" sz="1600" dirty="0" err="1">
                <a:solidFill>
                  <a:schemeClr val="bg2">
                    <a:lumMod val="10000"/>
                  </a:schemeClr>
                </a:solidFill>
              </a:rPr>
              <a:t>patient_name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6" name="テキスト ボックス 5">
            <a:extLst>
              <a:ext uri="{FF2B5EF4-FFF2-40B4-BE49-F238E27FC236}">
                <a16:creationId xmlns:a16="http://schemas.microsoft.com/office/drawing/2014/main" id="{A94E71F9-BAE5-2C9F-62AC-0A058A236324}"/>
              </a:ext>
            </a:extLst>
          </p:cNvPr>
          <p:cNvSpPr txBox="1"/>
          <p:nvPr/>
        </p:nvSpPr>
        <p:spPr>
          <a:xfrm>
            <a:off x="3597944" y="958166"/>
            <a:ext cx="282129"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marL="0" marR="0" indent="0" algn="ctr" defTabSz="2311906" rtl="0" fontAlgn="auto" latinLnBrk="0" hangingPunct="0">
              <a:lnSpc>
                <a:spcPct val="100000"/>
              </a:lnSpc>
              <a:spcBef>
                <a:spcPts val="0"/>
              </a:spcBef>
              <a:spcAft>
                <a:spcPts val="0"/>
              </a:spcAft>
              <a:buClrTx/>
              <a:buSzTx/>
              <a:buFontTx/>
              <a:buNone/>
              <a:tabLst/>
            </a:pPr>
            <a:r>
              <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rPr>
              <a:t>様</a:t>
            </a:r>
          </a:p>
        </p:txBody>
      </p:sp>
      <p:sp>
        <p:nvSpPr>
          <p:cNvPr id="7" name="正方形/長方形 6">
            <a:extLst>
              <a:ext uri="{FF2B5EF4-FFF2-40B4-BE49-F238E27FC236}">
                <a16:creationId xmlns:a16="http://schemas.microsoft.com/office/drawing/2014/main" id="{CFF5E13B-D60F-E418-B7D7-506E52D3D582}"/>
              </a:ext>
            </a:extLst>
          </p:cNvPr>
          <p:cNvSpPr/>
          <p:nvPr/>
        </p:nvSpPr>
        <p:spPr>
          <a:xfrm>
            <a:off x="508510" y="943765"/>
            <a:ext cx="3434840" cy="337566"/>
          </a:xfrm>
          <a:prstGeom prst="rect">
            <a:avLst/>
          </a:prstGeom>
          <a:noFill/>
          <a:ln w="9525" cap="flat">
            <a:solidFill>
              <a:schemeClr val="tx1">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marL="0" marR="0" indent="0" algn="ctr" defTabSz="778933" rtl="0" fontAlgn="auto" latinLnBrk="0" hangingPunct="0">
              <a:lnSpc>
                <a:spcPct val="100000"/>
              </a:lnSpc>
              <a:spcBef>
                <a:spcPts val="0"/>
              </a:spcBef>
              <a:spcAft>
                <a:spcPts val="0"/>
              </a:spcAft>
              <a:buClrTx/>
              <a:buSzTx/>
              <a:buFontTx/>
              <a:buNone/>
              <a:tabLst/>
            </a:pPr>
            <a:endParaRPr kumimoji="0" lang="ja-JP" altLang="en-US"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endParaRPr>
          </a:p>
        </p:txBody>
      </p:sp>
      <p:sp>
        <p:nvSpPr>
          <p:cNvPr id="8" name="テキスト ボックス 7">
            <a:extLst>
              <a:ext uri="{FF2B5EF4-FFF2-40B4-BE49-F238E27FC236}">
                <a16:creationId xmlns:a16="http://schemas.microsoft.com/office/drawing/2014/main" id="{BE493EDE-347B-97BF-637D-BD961C7015DD}"/>
              </a:ext>
            </a:extLst>
          </p:cNvPr>
          <p:cNvSpPr txBox="1"/>
          <p:nvPr/>
        </p:nvSpPr>
        <p:spPr>
          <a:xfrm>
            <a:off x="7825585" y="1345870"/>
            <a:ext cx="1923604"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algn="l"/>
            <a:r>
              <a:rPr lang="en" altLang="ja-JP" sz="1600" dirty="0">
                <a:solidFill>
                  <a:schemeClr val="bg2">
                    <a:lumMod val="10000"/>
                  </a:schemeClr>
                </a:solidFill>
              </a:rPr>
              <a:t>{{</a:t>
            </a:r>
            <a:r>
              <a:rPr lang="en" altLang="ja-JP" sz="1600" dirty="0" err="1">
                <a:solidFill>
                  <a:schemeClr val="bg2">
                    <a:lumMod val="10000"/>
                  </a:schemeClr>
                </a:solidFill>
              </a:rPr>
              <a:t>therapist_name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9" name="テキスト ボックス 8">
            <a:extLst>
              <a:ext uri="{FF2B5EF4-FFF2-40B4-BE49-F238E27FC236}">
                <a16:creationId xmlns:a16="http://schemas.microsoft.com/office/drawing/2014/main" id="{23EBF492-D768-BA72-4916-3873FF7FC505}"/>
              </a:ext>
            </a:extLst>
          </p:cNvPr>
          <p:cNvSpPr txBox="1"/>
          <p:nvPr/>
        </p:nvSpPr>
        <p:spPr>
          <a:xfrm>
            <a:off x="7783232" y="909052"/>
            <a:ext cx="1692771"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algn="l"/>
            <a:r>
              <a:rPr lang="en" altLang="ja-JP" sz="1600" dirty="0">
                <a:solidFill>
                  <a:schemeClr val="bg2">
                    <a:lumMod val="10000"/>
                  </a:schemeClr>
                </a:solidFill>
              </a:rPr>
              <a:t>{{</a:t>
            </a:r>
            <a:r>
              <a:rPr lang="en" altLang="ja-JP" sz="1600" dirty="0" err="1">
                <a:solidFill>
                  <a:schemeClr val="bg2">
                    <a:lumMod val="10000"/>
                  </a:schemeClr>
                </a:solidFill>
              </a:rPr>
              <a:t>created_date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graphicFrame>
        <p:nvGraphicFramePr>
          <p:cNvPr id="4" name="表1-1">
            <a:extLst>
              <a:ext uri="{FF2B5EF4-FFF2-40B4-BE49-F238E27FC236}">
                <a16:creationId xmlns:a16="http://schemas.microsoft.com/office/drawing/2014/main" id="{27F5407D-0C82-12DF-0350-D4F210CBDA17}"/>
              </a:ext>
            </a:extLst>
          </p:cNvPr>
          <p:cNvGraphicFramePr/>
          <p:nvPr>
            <p:extLst>
              <p:ext uri="{D42A27DB-BD31-4B8C-83A1-F6EECF244321}">
                <p14:modId xmlns:p14="http://schemas.microsoft.com/office/powerpoint/2010/main" val="894012900"/>
              </p:ext>
            </p:extLst>
          </p:nvPr>
        </p:nvGraphicFramePr>
        <p:xfrm>
          <a:off x="5844523" y="7333890"/>
          <a:ext cx="3665753" cy="1391011"/>
        </p:xfrm>
        <a:graphic>
          <a:graphicData uri="http://schemas.openxmlformats.org/drawingml/2006/table">
            <a:tbl>
              <a:tblPr>
                <a:tableStyleId>{4C3C2611-4C71-4FC5-86AE-919BDF0F9419}</a:tableStyleId>
              </a:tblPr>
              <a:tblGrid>
                <a:gridCol w="3665753">
                  <a:extLst>
                    <a:ext uri="{9D8B030D-6E8A-4147-A177-3AD203B41FA5}">
                      <a16:colId xmlns:a16="http://schemas.microsoft.com/office/drawing/2014/main" val="20000"/>
                    </a:ext>
                  </a:extLst>
                </a:gridCol>
              </a:tblGrid>
              <a:tr h="1391011">
                <a:tc>
                  <a:txBody>
                    <a:bodyPr/>
                    <a:lstStyle/>
                    <a:p>
                      <a:pPr algn="l" defTabSz="457200">
                        <a:defRPr sz="1400"/>
                      </a:pPr>
                      <a:r>
                        <a:rPr lang="en" altLang="ja-JP" dirty="0"/>
                        <a:t>{{</a:t>
                      </a:r>
                      <a:r>
                        <a:rPr lang="en" altLang="ja-JP" dirty="0" err="1"/>
                        <a:t>shared_points</a:t>
                      </a:r>
                      <a:r>
                        <a:rPr lang="en" altLang="ja-JP"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0" name="２．最近のご様子">
            <a:extLst>
              <a:ext uri="{FF2B5EF4-FFF2-40B4-BE49-F238E27FC236}">
                <a16:creationId xmlns:a16="http://schemas.microsoft.com/office/drawing/2014/main" id="{FEBD35D6-EFE0-3203-DC09-EB47B7AE2784}"/>
              </a:ext>
            </a:extLst>
          </p:cNvPr>
          <p:cNvSpPr txBox="1"/>
          <p:nvPr/>
        </p:nvSpPr>
        <p:spPr>
          <a:xfrm>
            <a:off x="5794611" y="6934449"/>
            <a:ext cx="1882788" cy="323165"/>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anchor="ctr">
            <a:spAutoFit/>
          </a:bodyPr>
          <a:lstStyle>
            <a:lvl1pPr algn="l">
              <a:defRPr sz="1600">
                <a:solidFill>
                  <a:srgbClr val="212121"/>
                </a:solidFill>
              </a:defRPr>
            </a:lvl1pPr>
          </a:lstStyle>
          <a:p>
            <a:r>
              <a:rPr lang="en-US" dirty="0"/>
              <a:t>3</a:t>
            </a:r>
            <a:r>
              <a:rPr dirty="0"/>
              <a:t>．</a:t>
            </a:r>
            <a:r>
              <a:rPr lang="ja-JP" altLang="en-US"/>
              <a:t>共有ポイント</a:t>
            </a:r>
            <a:endParaRPr dirty="0"/>
          </a:p>
        </p:txBody>
      </p:sp>
      <p:pic>
        <p:nvPicPr>
          <p:cNvPr id="2" name="23023039.png" descr="23023039.png">
            <a:extLst>
              <a:ext uri="{FF2B5EF4-FFF2-40B4-BE49-F238E27FC236}">
                <a16:creationId xmlns:a16="http://schemas.microsoft.com/office/drawing/2014/main" id="{B756915D-2A5F-4546-C6BC-BFB2B03E139F}"/>
              </a:ext>
            </a:extLst>
          </p:cNvPr>
          <p:cNvPicPr>
            <a:picLocks noChangeAspect="1"/>
          </p:cNvPicPr>
          <p:nvPr/>
        </p:nvPicPr>
        <p:blipFill>
          <a:blip r:embed="rId3"/>
          <a:stretch>
            <a:fillRect/>
          </a:stretch>
        </p:blipFill>
        <p:spPr>
          <a:xfrm>
            <a:off x="-3150124" y="4749368"/>
            <a:ext cx="4238039" cy="6070601"/>
          </a:xfrm>
          <a:prstGeom prst="rect">
            <a:avLst/>
          </a:prstGeom>
          <a:ln w="3175">
            <a:miter lim="400000"/>
          </a:ln>
        </p:spPr>
      </p:pic>
      <p:pic>
        <p:nvPicPr>
          <p:cNvPr id="3" name="22691701.png" descr="22691701.png">
            <a:extLst>
              <a:ext uri="{FF2B5EF4-FFF2-40B4-BE49-F238E27FC236}">
                <a16:creationId xmlns:a16="http://schemas.microsoft.com/office/drawing/2014/main" id="{7D130642-0DF9-C385-BA98-1F359E6AB1C0}"/>
              </a:ext>
            </a:extLst>
          </p:cNvPr>
          <p:cNvPicPr>
            <a:picLocks noChangeAspect="1"/>
          </p:cNvPicPr>
          <p:nvPr/>
        </p:nvPicPr>
        <p:blipFill>
          <a:blip r:embed="rId4"/>
          <a:srcRect l="50374"/>
          <a:stretch>
            <a:fillRect/>
          </a:stretch>
        </p:blipFill>
        <p:spPr>
          <a:xfrm>
            <a:off x="2765093" y="4856427"/>
            <a:ext cx="3273872" cy="6070601"/>
          </a:xfrm>
          <a:prstGeom prst="rect">
            <a:avLst/>
          </a:prstGeom>
          <a:ln w="3175">
            <a:miter lim="400000"/>
          </a:ln>
        </p:spPr>
      </p:pic>
      <p:pic>
        <p:nvPicPr>
          <p:cNvPr id="11" name="22691701.png" descr="22691701.png">
            <a:extLst>
              <a:ext uri="{FF2B5EF4-FFF2-40B4-BE49-F238E27FC236}">
                <a16:creationId xmlns:a16="http://schemas.microsoft.com/office/drawing/2014/main" id="{02D59985-4434-D61C-BAF5-A2E7413554D9}"/>
              </a:ext>
            </a:extLst>
          </p:cNvPr>
          <p:cNvPicPr>
            <a:picLocks noChangeAspect="1"/>
          </p:cNvPicPr>
          <p:nvPr/>
        </p:nvPicPr>
        <p:blipFill>
          <a:blip r:embed="rId4"/>
          <a:srcRect r="48753"/>
          <a:stretch>
            <a:fillRect/>
          </a:stretch>
        </p:blipFill>
        <p:spPr>
          <a:xfrm>
            <a:off x="-238717" y="4829755"/>
            <a:ext cx="3381810" cy="6072348"/>
          </a:xfrm>
          <a:prstGeom prst="rect">
            <a:avLst/>
          </a:prstGeom>
          <a:ln w="3175">
            <a:miter lim="400000"/>
          </a:ln>
        </p:spPr>
      </p:pic>
      <p:sp>
        <p:nvSpPr>
          <p:cNvPr id="12" name="関節拘縮のある関節">
            <a:extLst>
              <a:ext uri="{FF2B5EF4-FFF2-40B4-BE49-F238E27FC236}">
                <a16:creationId xmlns:a16="http://schemas.microsoft.com/office/drawing/2014/main" id="{36985530-D2F2-9129-BF8D-E622835CF498}"/>
              </a:ext>
            </a:extLst>
          </p:cNvPr>
          <p:cNvSpPr txBox="1"/>
          <p:nvPr/>
        </p:nvSpPr>
        <p:spPr>
          <a:xfrm>
            <a:off x="11592089" y="5078811"/>
            <a:ext cx="1689101" cy="2540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defRPr sz="1400">
                <a:solidFill>
                  <a:srgbClr val="000000"/>
                </a:solidFill>
              </a:defRPr>
            </a:lvl1pPr>
          </a:lstStyle>
          <a:p>
            <a:r>
              <a:t>関節拘縮のある関節</a:t>
            </a:r>
          </a:p>
        </p:txBody>
      </p:sp>
      <p:sp>
        <p:nvSpPr>
          <p:cNvPr id="13" name="楕円">
            <a:extLst>
              <a:ext uri="{FF2B5EF4-FFF2-40B4-BE49-F238E27FC236}">
                <a16:creationId xmlns:a16="http://schemas.microsoft.com/office/drawing/2014/main" id="{5FCDF802-90FF-41BF-2F52-1D301E59A5B9}"/>
              </a:ext>
            </a:extLst>
          </p:cNvPr>
          <p:cNvSpPr/>
          <p:nvPr/>
        </p:nvSpPr>
        <p:spPr>
          <a:xfrm>
            <a:off x="10198783" y="4931869"/>
            <a:ext cx="586465" cy="547885"/>
          </a:xfrm>
          <a:prstGeom prst="ellipse">
            <a:avLst/>
          </a:prstGeom>
          <a:solidFill>
            <a:schemeClr val="accent3">
              <a:hueOff val="362282"/>
              <a:satOff val="31803"/>
              <a:lumOff val="-18242"/>
              <a:alpha val="50245"/>
            </a:schemeClr>
          </a:solidFill>
          <a:ln w="3175">
            <a:miter lim="400000"/>
          </a:ln>
        </p:spPr>
        <p:txBody>
          <a:bodyPr lIns="38100" tIns="38100" rIns="38100" bIns="38100" anchor="ctr"/>
          <a:lstStyle/>
          <a:p>
            <a:pPr defTabSz="778933">
              <a:defRPr sz="2800">
                <a:solidFill>
                  <a:srgbClr val="FFFFFF"/>
                </a:solidFill>
              </a:defRPr>
            </a:pPr>
            <a:endParaRPr/>
          </a:p>
        </p:txBody>
      </p:sp>
      <p:sp>
        <p:nvSpPr>
          <p:cNvPr id="14" name="線">
            <a:extLst>
              <a:ext uri="{FF2B5EF4-FFF2-40B4-BE49-F238E27FC236}">
                <a16:creationId xmlns:a16="http://schemas.microsoft.com/office/drawing/2014/main" id="{69202FA0-984B-B2FA-E79E-6DFE083ED13A}"/>
              </a:ext>
            </a:extLst>
          </p:cNvPr>
          <p:cNvSpPr/>
          <p:nvPr/>
        </p:nvSpPr>
        <p:spPr>
          <a:xfrm>
            <a:off x="10974763" y="5205811"/>
            <a:ext cx="427811" cy="1"/>
          </a:xfrm>
          <a:prstGeom prst="line">
            <a:avLst/>
          </a:prstGeom>
          <a:ln w="25400">
            <a:solidFill>
              <a:srgbClr val="000000"/>
            </a:solidFill>
            <a:miter lim="400000"/>
            <a:tailEnd type="triangle"/>
          </a:ln>
        </p:spPr>
        <p:txBody>
          <a:bodyPr lIns="38100" tIns="38100" rIns="38100" bIns="38100" anchor="ctr"/>
          <a:lstStyle/>
          <a:p>
            <a:endParaRPr/>
          </a:p>
        </p:txBody>
      </p:sp>
      <p:sp>
        <p:nvSpPr>
          <p:cNvPr id="15" name="矢印">
            <a:extLst>
              <a:ext uri="{FF2B5EF4-FFF2-40B4-BE49-F238E27FC236}">
                <a16:creationId xmlns:a16="http://schemas.microsoft.com/office/drawing/2014/main" id="{BDE09390-91F2-DD73-EE78-087FAB55D2E1}"/>
              </a:ext>
            </a:extLst>
          </p:cNvPr>
          <p:cNvSpPr/>
          <p:nvPr/>
        </p:nvSpPr>
        <p:spPr>
          <a:xfrm>
            <a:off x="11532162" y="3195832"/>
            <a:ext cx="586465" cy="198785"/>
          </a:xfrm>
          <a:prstGeom prst="rightArrow">
            <a:avLst>
              <a:gd name="adj1" fmla="val 32000"/>
              <a:gd name="adj2" fmla="val 188817"/>
            </a:avLst>
          </a:prstGeom>
          <a:solidFill>
            <a:srgbClr val="000000"/>
          </a:solidFill>
          <a:ln w="3175">
            <a:miter lim="400000"/>
          </a:ln>
        </p:spPr>
        <p:txBody>
          <a:bodyPr lIns="38100" tIns="38100" rIns="38100" bIns="38100" anchor="ctr"/>
          <a:lstStyle/>
          <a:p>
            <a:pPr defTabSz="778933">
              <a:defRPr sz="2800">
                <a:solidFill>
                  <a:srgbClr val="FFFFFF"/>
                </a:solidFill>
              </a:defRPr>
            </a:pPr>
            <a:endParaRPr/>
          </a:p>
        </p:txBody>
      </p:sp>
      <p:sp>
        <p:nvSpPr>
          <p:cNvPr id="16" name="双方向矢印">
            <a:extLst>
              <a:ext uri="{FF2B5EF4-FFF2-40B4-BE49-F238E27FC236}">
                <a16:creationId xmlns:a16="http://schemas.microsoft.com/office/drawing/2014/main" id="{AD4DCFCC-6598-AFC7-D2D8-BF32622DA405}"/>
              </a:ext>
            </a:extLst>
          </p:cNvPr>
          <p:cNvSpPr/>
          <p:nvPr/>
        </p:nvSpPr>
        <p:spPr>
          <a:xfrm>
            <a:off x="10980844" y="2579620"/>
            <a:ext cx="1689101" cy="254001"/>
          </a:xfrm>
          <a:prstGeom prst="leftRightArrow">
            <a:avLst>
              <a:gd name="adj1" fmla="val 32000"/>
              <a:gd name="adj2" fmla="val 220000"/>
            </a:avLst>
          </a:prstGeom>
          <a:solidFill>
            <a:srgbClr val="000000"/>
          </a:solidFill>
          <a:ln w="3175">
            <a:miter lim="400000"/>
          </a:ln>
        </p:spPr>
        <p:txBody>
          <a:bodyPr lIns="38100" tIns="38100" rIns="38100" bIns="38100" anchor="ctr"/>
          <a:lstStyle/>
          <a:p>
            <a:pPr defTabSz="778933">
              <a:defRPr sz="2800">
                <a:solidFill>
                  <a:srgbClr val="FFFFFF"/>
                </a:solidFill>
              </a:defRPr>
            </a:pPr>
            <a:endParaRPr/>
          </a:p>
        </p:txBody>
      </p:sp>
      <p:sp>
        <p:nvSpPr>
          <p:cNvPr id="17" name="コールアウト">
            <a:extLst>
              <a:ext uri="{FF2B5EF4-FFF2-40B4-BE49-F238E27FC236}">
                <a16:creationId xmlns:a16="http://schemas.microsoft.com/office/drawing/2014/main" id="{869FF459-E345-1208-AA36-B6F5093EC307}"/>
              </a:ext>
            </a:extLst>
          </p:cNvPr>
          <p:cNvSpPr/>
          <p:nvPr/>
        </p:nvSpPr>
        <p:spPr>
          <a:xfrm>
            <a:off x="12004020" y="1345870"/>
            <a:ext cx="948136" cy="871539"/>
          </a:xfrm>
          <a:custGeom>
            <a:avLst/>
            <a:gdLst/>
            <a:ahLst/>
            <a:cxnLst>
              <a:cxn ang="0">
                <a:pos x="wd2" y="hd2"/>
              </a:cxn>
              <a:cxn ang="5400000">
                <a:pos x="wd2" y="hd2"/>
              </a:cxn>
              <a:cxn ang="10800000">
                <a:pos x="wd2" y="hd2"/>
              </a:cxn>
              <a:cxn ang="16200000">
                <a:pos x="wd2" y="hd2"/>
              </a:cxn>
            </a:cxnLst>
            <a:rect l="0" t="0" r="r" b="b"/>
            <a:pathLst>
              <a:path w="21600" h="21600" extrusionOk="0">
                <a:moveTo>
                  <a:pt x="4964" y="0"/>
                </a:moveTo>
                <a:cubicBezTo>
                  <a:pt x="4416" y="0"/>
                  <a:pt x="3969" y="486"/>
                  <a:pt x="3969" y="1082"/>
                </a:cubicBezTo>
                <a:lnTo>
                  <a:pt x="3969" y="8646"/>
                </a:lnTo>
                <a:lnTo>
                  <a:pt x="0" y="10800"/>
                </a:lnTo>
                <a:lnTo>
                  <a:pt x="3969" y="12964"/>
                </a:lnTo>
                <a:lnTo>
                  <a:pt x="3969" y="20518"/>
                </a:lnTo>
                <a:cubicBezTo>
                  <a:pt x="3969" y="21114"/>
                  <a:pt x="4416" y="21600"/>
                  <a:pt x="4964" y="21600"/>
                </a:cubicBezTo>
                <a:lnTo>
                  <a:pt x="20605" y="21600"/>
                </a:lnTo>
                <a:cubicBezTo>
                  <a:pt x="21154" y="21600"/>
                  <a:pt x="21600" y="21114"/>
                  <a:pt x="21600" y="20518"/>
                </a:cubicBezTo>
                <a:lnTo>
                  <a:pt x="21600" y="1082"/>
                </a:lnTo>
                <a:cubicBezTo>
                  <a:pt x="21600" y="486"/>
                  <a:pt x="21154" y="0"/>
                  <a:pt x="20605" y="0"/>
                </a:cubicBezTo>
                <a:lnTo>
                  <a:pt x="4964" y="0"/>
                </a:lnTo>
                <a:close/>
              </a:path>
            </a:pathLst>
          </a:custGeom>
          <a:solidFill>
            <a:srgbClr val="000000"/>
          </a:solidFill>
          <a:ln w="3175">
            <a:miter lim="400000"/>
          </a:ln>
        </p:spPr>
        <p:txBody>
          <a:bodyPr lIns="38100" tIns="38100" rIns="38100" bIns="38100" anchor="ctr"/>
          <a:lstStyle/>
          <a:p>
            <a:pPr defTabSz="778933">
              <a:defRPr sz="2800">
                <a:solidFill>
                  <a:srgbClr val="FFFFFF"/>
                </a:solidFill>
              </a:defRPr>
            </a:pPr>
            <a:endParaRPr/>
          </a:p>
        </p:txBody>
      </p:sp>
      <p:sp>
        <p:nvSpPr>
          <p:cNvPr id="18" name="吹き出し">
            <a:extLst>
              <a:ext uri="{FF2B5EF4-FFF2-40B4-BE49-F238E27FC236}">
                <a16:creationId xmlns:a16="http://schemas.microsoft.com/office/drawing/2014/main" id="{72D8A7CE-C2D7-4680-13E9-00AF4C8AF598}"/>
              </a:ext>
            </a:extLst>
          </p:cNvPr>
          <p:cNvSpPr/>
          <p:nvPr/>
        </p:nvSpPr>
        <p:spPr>
          <a:xfrm>
            <a:off x="10818220" y="1354681"/>
            <a:ext cx="948071" cy="812801"/>
          </a:xfrm>
          <a:prstGeom prst="wedgeEllipseCallout">
            <a:avLst>
              <a:gd name="adj1" fmla="val -48928"/>
              <a:gd name="adj2" fmla="val 70000"/>
            </a:avLst>
          </a:prstGeom>
          <a:solidFill>
            <a:srgbClr val="000000"/>
          </a:solidFill>
          <a:ln w="3175">
            <a:miter lim="400000"/>
          </a:ln>
        </p:spPr>
        <p:txBody>
          <a:bodyPr lIns="38100" tIns="38100" rIns="38100" bIns="38100" anchor="ctr"/>
          <a:lstStyle/>
          <a:p>
            <a:pPr defTabSz="778933">
              <a:defRPr sz="2800">
                <a:solidFill>
                  <a:srgbClr val="FFFFFF"/>
                </a:solidFill>
              </a:defRPr>
            </a:pPr>
            <a:endParaRPr/>
          </a:p>
        </p:txBody>
      </p:sp>
      <p:sp>
        <p:nvSpPr>
          <p:cNvPr id="19" name="ドーナツ 18">
            <a:extLst>
              <a:ext uri="{FF2B5EF4-FFF2-40B4-BE49-F238E27FC236}">
                <a16:creationId xmlns:a16="http://schemas.microsoft.com/office/drawing/2014/main" id="{2B7E699D-D515-48C7-4795-9ADFB7FC5F11}"/>
              </a:ext>
            </a:extLst>
          </p:cNvPr>
          <p:cNvSpPr/>
          <p:nvPr/>
        </p:nvSpPr>
        <p:spPr>
          <a:xfrm>
            <a:off x="10153489" y="3101467"/>
            <a:ext cx="1044358" cy="1044000"/>
          </a:xfrm>
          <a:prstGeom prst="donut">
            <a:avLst>
              <a:gd name="adj" fmla="val 6975"/>
            </a:avLst>
          </a:prstGeom>
          <a:solidFill>
            <a:schemeClr val="accent5">
              <a:lumMod val="75000"/>
            </a:schemeClr>
          </a:solidFill>
          <a:ln w="3175" cap="flat">
            <a:solidFill>
              <a:schemeClr val="accent5">
                <a:lumMod val="75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marL="0" marR="0" indent="0" algn="ctr" defTabSz="778933" rtl="0" fontAlgn="auto" latinLnBrk="0" hangingPunct="0">
              <a:lnSpc>
                <a:spcPct val="100000"/>
              </a:lnSpc>
              <a:spcBef>
                <a:spcPts val="0"/>
              </a:spcBef>
              <a:spcAft>
                <a:spcPts val="0"/>
              </a:spcAft>
              <a:buClrTx/>
              <a:buSzTx/>
              <a:buFontTx/>
              <a:buNone/>
              <a:tabLst/>
            </a:pPr>
            <a:endParaRPr kumimoji="0" lang="ja-JP" altLang="en-US"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endParaRP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778933"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778933"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426</TotalTime>
  <Words>75</Words>
  <Application>Microsoft Macintosh PowerPoint</Application>
  <PresentationFormat>ユーザー設定</PresentationFormat>
  <Paragraphs>22</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ヒラギノ角ゴ ProN W3</vt:lpstr>
      <vt:lpstr>ヒラギノ角ゴ ProN W6</vt:lpstr>
      <vt:lpstr>21_BasicWhite</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Apple</cp:lastModifiedBy>
  <cp:revision>5</cp:revision>
  <dcterms:modified xsi:type="dcterms:W3CDTF">2026-05-26T21:34:57Z</dcterms:modified>
</cp:coreProperties>
</file>