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8" r:id="rId2"/>
  </p:sldIdLst>
  <p:sldSz cx="9753600" cy="130048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1pPr>
    <a:lvl2pPr marL="0" marR="0" indent="4572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2pPr>
    <a:lvl3pPr marL="0" marR="0" indent="9144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3pPr>
    <a:lvl4pPr marL="0" marR="0" indent="13716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4pPr>
    <a:lvl5pPr marL="0" marR="0" indent="18288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5pPr>
    <a:lvl6pPr marL="0" marR="0" indent="22860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6pPr>
    <a:lvl7pPr marL="0" marR="0" indent="27432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7pPr>
    <a:lvl8pPr marL="0" marR="0" indent="32004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8pPr>
    <a:lvl9pPr marL="0" marR="0" indent="365760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ヒラギノ角ゴ ProN W3"/>
          <a:ea typeface="ヒラギノ角ゴ ProN W3"/>
          <a:cs typeface="ヒラギノ角ゴ ProN W3"/>
        </a:font>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3175" cap="flat">
              <a:solidFill>
                <a:srgbClr val="000000"/>
              </a:solidFill>
              <a:prstDash val="solid"/>
              <a:miter lim="400000"/>
            </a:ln>
          </a:left>
          <a:right>
            <a:ln w="12700" cap="flat">
              <a:solidFill>
                <a:srgbClr val="000000"/>
              </a:solidFill>
              <a:prstDash val="solid"/>
              <a:miter lim="400000"/>
            </a:ln>
          </a:right>
          <a:top>
            <a:ln w="3175"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firstCol>
    <a:lastRow>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12700" cap="flat">
              <a:solidFill>
                <a:srgbClr val="000000"/>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lastRow>
    <a:firstRow>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prstDash val="solid"/>
              <a:miter lim="400000"/>
            </a:ln>
          </a:top>
          <a:bottom>
            <a:ln w="12700"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firstRow>
  </a:tblStyle>
  <a:tblStyle styleId="{C7B018BB-80A7-4F77-B60F-C8B233D01FF8}" styleName="">
    <a:tblBg/>
    <a:wholeTbl>
      <a:tcTxStyle b="off" i="off">
        <a:font>
          <a:latin typeface="ヒラギノ角ゴ ProN W3"/>
          <a:ea typeface="ヒラギノ角ゴ ProN W3"/>
          <a:cs typeface="ヒラギノ角ゴ ProN W3"/>
        </a:font>
        <a:srgbClr val="000000"/>
      </a:tcTxStyle>
      <a:tcStyle>
        <a:tcBdr>
          <a:left>
            <a:ln w="3175" cap="flat">
              <a:solidFill>
                <a:srgbClr val="536773"/>
              </a:solidFill>
              <a:prstDash val="solid"/>
              <a:miter lim="400000"/>
            </a:ln>
          </a:left>
          <a:right>
            <a:ln w="3175" cap="flat">
              <a:solidFill>
                <a:srgbClr val="536773"/>
              </a:solidFill>
              <a:prstDash val="solid"/>
              <a:miter lim="400000"/>
            </a:ln>
          </a:right>
          <a:top>
            <a:ln w="3175" cap="flat">
              <a:solidFill>
                <a:srgbClr val="536773"/>
              </a:solidFill>
              <a:prstDash val="solid"/>
              <a:miter lim="400000"/>
            </a:ln>
          </a:top>
          <a:bottom>
            <a:ln w="3175" cap="flat">
              <a:solidFill>
                <a:srgbClr val="536773"/>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3175" cap="flat">
              <a:solidFill>
                <a:srgbClr val="536773"/>
              </a:solidFill>
              <a:prstDash val="solid"/>
              <a:miter lim="400000"/>
            </a:ln>
          </a:left>
          <a:right>
            <a:ln w="12700" cap="flat">
              <a:solidFill>
                <a:srgbClr val="000000"/>
              </a:solidFill>
              <a:prstDash val="solid"/>
              <a:miter lim="400000"/>
            </a:ln>
          </a:right>
          <a:top>
            <a:ln w="3175" cap="flat">
              <a:solidFill>
                <a:srgbClr val="536773"/>
              </a:solidFill>
              <a:prstDash val="solid"/>
              <a:miter lim="400000"/>
            </a:ln>
          </a:top>
          <a:bottom>
            <a:ln w="3175" cap="flat">
              <a:solidFill>
                <a:srgbClr val="536773"/>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noFill/>
        </a:fill>
      </a:tcStyle>
    </a:firstCol>
    <a:lastRow>
      <a:tcTxStyle b="off" i="off">
        <a:font>
          <a:latin typeface="ヒラギノ角ゴ ProN W3"/>
          <a:ea typeface="ヒラギノ角ゴ ProN W3"/>
          <a:cs typeface="ヒラギノ角ゴ ProN W3"/>
        </a:font>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12700" cap="flat">
              <a:solidFill>
                <a:srgbClr val="000000"/>
              </a:solidFill>
              <a:prstDash val="solid"/>
              <a:miter lim="400000"/>
            </a:ln>
          </a:top>
          <a:bottom>
            <a:ln w="3175" cap="flat">
              <a:solidFill>
                <a:srgbClr val="536773"/>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lastRow>
    <a:firstRow>
      <a:tcTxStyle b="on" i="off">
        <a:fontRef idx="minor">
          <a:srgbClr val="000000"/>
        </a:fontRef>
        <a:srgbClr val="000000"/>
      </a:tcTxStyle>
      <a:tcStyle>
        <a:tcBdr>
          <a:left>
            <a:ln w="3175" cap="flat">
              <a:solidFill>
                <a:srgbClr val="536773"/>
              </a:solidFill>
              <a:prstDash val="solid"/>
              <a:miter lim="400000"/>
            </a:ln>
          </a:left>
          <a:right>
            <a:ln w="3175" cap="flat">
              <a:solidFill>
                <a:srgbClr val="536773"/>
              </a:solidFill>
              <a:prstDash val="solid"/>
              <a:miter lim="400000"/>
            </a:ln>
          </a:right>
          <a:top>
            <a:ln w="3175" cap="flat">
              <a:solidFill>
                <a:srgbClr val="536773"/>
              </a:solidFill>
              <a:prstDash val="solid"/>
              <a:miter lim="400000"/>
            </a:ln>
          </a:top>
          <a:bottom>
            <a:ln w="3175" cap="flat">
              <a:solidFill>
                <a:srgbClr val="536773"/>
              </a:solidFill>
              <a:prstDash val="solid"/>
              <a:miter lim="400000"/>
            </a:ln>
          </a:bottom>
          <a:insideH>
            <a:ln w="3175" cap="flat">
              <a:solidFill>
                <a:srgbClr val="536773"/>
              </a:solidFill>
              <a:prstDash val="solid"/>
              <a:miter lim="400000"/>
            </a:ln>
          </a:insideH>
          <a:insideV>
            <a:ln w="3175"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
          <a:latin typeface="ヒラギノ角ゴ ProN W3"/>
          <a:ea typeface="ヒラギノ角ゴ ProN W3"/>
          <a:cs typeface="ヒラギノ角ゴ ProN W3"/>
        </a:font>
        <a:srgbClr val="000000"/>
      </a:tcTxStyle>
      <a:tcStyle>
        <a:tcBdr>
          <a:left>
            <a:ln w="3175" cap="flat">
              <a:solidFill>
                <a:srgbClr val="838383"/>
              </a:solidFill>
              <a:prstDash val="solid"/>
              <a:miter lim="400000"/>
            </a:ln>
          </a:left>
          <a:right>
            <a:ln w="3175" cap="flat">
              <a:solidFill>
                <a:srgbClr val="838383"/>
              </a:solidFill>
              <a:prstDash val="solid"/>
              <a:miter lim="400000"/>
            </a:ln>
          </a:right>
          <a:top>
            <a:ln w="3175" cap="flat">
              <a:solidFill>
                <a:srgbClr val="838383"/>
              </a:solidFill>
              <a:prstDash val="solid"/>
              <a:miter lim="400000"/>
            </a:ln>
          </a:top>
          <a:bottom>
            <a:ln w="3175" cap="flat">
              <a:solidFill>
                <a:srgbClr val="838383"/>
              </a:solidFill>
              <a:prstDash val="solid"/>
              <a:miter lim="400000"/>
            </a:ln>
          </a:bottom>
          <a:insideH>
            <a:ln w="3175" cap="flat">
              <a:solidFill>
                <a:srgbClr val="838383"/>
              </a:solidFill>
              <a:prstDash val="solid"/>
              <a:miter lim="400000"/>
            </a:ln>
          </a:insideH>
          <a:insideV>
            <a:ln w="3175"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ヒラギノ角ゴ ProN W3"/>
          <a:ea typeface="ヒラギノ角ゴ ProN W3"/>
          <a:cs typeface="ヒラギノ角ゴ ProN W3"/>
        </a:font>
        <a:srgbClr val="000000"/>
      </a:tcTxStyle>
      <a:tcStyle>
        <a:tcBdr>
          <a:left>
            <a:ln w="3175" cap="flat">
              <a:solidFill>
                <a:srgbClr val="4D4D4D"/>
              </a:solidFill>
              <a:prstDash val="solid"/>
              <a:miter lim="400000"/>
            </a:ln>
          </a:left>
          <a:right>
            <a:ln w="3175" cap="flat">
              <a:solidFill>
                <a:srgbClr val="808080"/>
              </a:solidFill>
              <a:prstDash val="solid"/>
              <a:miter lim="400000"/>
            </a:ln>
          </a:right>
          <a:top>
            <a:ln w="3175" cap="flat">
              <a:solidFill>
                <a:srgbClr val="808080"/>
              </a:solidFill>
              <a:prstDash val="solid"/>
              <a:miter lim="400000"/>
            </a:ln>
          </a:top>
          <a:bottom>
            <a:ln w="3175" cap="flat">
              <a:solidFill>
                <a:srgbClr val="808080"/>
              </a:solidFill>
              <a:prstDash val="solid"/>
              <a:miter lim="400000"/>
            </a:ln>
          </a:bottom>
          <a:insideH>
            <a:ln w="3175" cap="flat">
              <a:solidFill>
                <a:srgbClr val="808080"/>
              </a:solidFill>
              <a:prstDash val="solid"/>
              <a:miter lim="400000"/>
            </a:ln>
          </a:insideH>
          <a:insideV>
            <a:ln w="3175" cap="flat">
              <a:solidFill>
                <a:srgbClr val="808080"/>
              </a:solidFill>
              <a:prstDash val="solid"/>
              <a:miter lim="400000"/>
            </a:ln>
          </a:insideV>
        </a:tcBdr>
        <a:fill>
          <a:solidFill>
            <a:srgbClr val="88FA4F"/>
          </a:solidFill>
        </a:fill>
      </a:tcStyle>
    </a:firstCol>
    <a:lastRow>
      <a:tcTxStyle b="off" i="off">
        <a:font>
          <a:latin typeface="ヒラギノ角ゴ ProN W3"/>
          <a:ea typeface="ヒラギノ角ゴ ProN W3"/>
          <a:cs typeface="ヒラギノ角ゴ ProN W3"/>
        </a:font>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12700" cap="flat">
              <a:solidFill>
                <a:schemeClr val="accent3"/>
              </a:solidFill>
              <a:prstDash val="solid"/>
              <a:miter lim="400000"/>
            </a:ln>
          </a:top>
          <a:bottom>
            <a:ln w="3175" cap="flat">
              <a:solidFill>
                <a:srgbClr val="4D4D4D"/>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noFill/>
        </a:fill>
      </a:tcStyle>
    </a:lastRow>
    <a:firstRow>
      <a:tcTxStyle b="off" i="off">
        <a:font>
          <a:latin typeface="ヒラギノ角ゴ ProN W3"/>
          <a:ea typeface="ヒラギノ角ゴ ProN W3"/>
          <a:cs typeface="ヒラギノ角ゴ ProN W3"/>
        </a:font>
        <a:srgbClr val="000000"/>
      </a:tcTxStyle>
      <a:tcStyle>
        <a:tcBdr>
          <a:left>
            <a:ln w="3175" cap="flat">
              <a:solidFill>
                <a:srgbClr val="4D4D4D"/>
              </a:solidFill>
              <a:prstDash val="solid"/>
              <a:miter lim="400000"/>
            </a:ln>
          </a:left>
          <a:right>
            <a:ln w="3175" cap="flat">
              <a:solidFill>
                <a:srgbClr val="4D4D4D"/>
              </a:solidFill>
              <a:prstDash val="solid"/>
              <a:miter lim="400000"/>
            </a:ln>
          </a:right>
          <a:top>
            <a:ln w="3175" cap="flat">
              <a:solidFill>
                <a:srgbClr val="4D4D4D"/>
              </a:solidFill>
              <a:prstDash val="solid"/>
              <a:miter lim="400000"/>
            </a:ln>
          </a:top>
          <a:bottom>
            <a:ln w="3175" cap="flat">
              <a:solidFill>
                <a:srgbClr val="4D4D4D"/>
              </a:solidFill>
              <a:prstDash val="solid"/>
              <a:miter lim="400000"/>
            </a:ln>
          </a:bottom>
          <a:insideH>
            <a:ln w="3175" cap="flat">
              <a:solidFill>
                <a:srgbClr val="4D4D4D"/>
              </a:solidFill>
              <a:prstDash val="solid"/>
              <a:miter lim="400000"/>
            </a:ln>
          </a:insideH>
          <a:insideV>
            <a:ln w="3175"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ヒラギノ角ゴ ProN W3"/>
          <a:ea typeface="ヒラギノ角ゴ ProN W3"/>
          <a:cs typeface="ヒラギノ角ゴ ProN W3"/>
        </a:font>
        <a:srgbClr val="000000"/>
      </a:tcTxStyle>
      <a:tcStyle>
        <a:tcBdr>
          <a:left>
            <a:ln w="3175" cap="flat">
              <a:solidFill>
                <a:srgbClr val="5B5A5A"/>
              </a:solidFill>
              <a:prstDash val="solid"/>
              <a:miter lim="400000"/>
            </a:ln>
          </a:left>
          <a:right>
            <a:ln w="3175" cap="flat">
              <a:solidFill>
                <a:srgbClr val="5B5A5A"/>
              </a:solidFill>
              <a:prstDash val="solid"/>
              <a:miter lim="400000"/>
            </a:ln>
          </a:right>
          <a:top>
            <a:ln w="3175" cap="flat">
              <a:solidFill>
                <a:srgbClr val="5B5A5A"/>
              </a:solidFill>
              <a:prstDash val="solid"/>
              <a:miter lim="400000"/>
            </a:ln>
          </a:top>
          <a:bottom>
            <a:ln w="3175" cap="flat">
              <a:solidFill>
                <a:srgbClr val="5B5A5A"/>
              </a:solidFill>
              <a:prstDash val="solid"/>
              <a:miter lim="400000"/>
            </a:ln>
          </a:bottom>
          <a:insideH>
            <a:ln w="3175" cap="flat">
              <a:solidFill>
                <a:srgbClr val="5B5A5A"/>
              </a:solidFill>
              <a:prstDash val="solid"/>
              <a:miter lim="400000"/>
            </a:ln>
          </a:insideH>
          <a:insideV>
            <a:ln w="3175"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ヒラギノ角ゴ ProN W3"/>
          <a:ea typeface="ヒラギノ角ゴ ProN W3"/>
          <a:cs typeface="ヒラギノ角ゴ ProN W3"/>
        </a:font>
        <a:srgbClr val="000000"/>
      </a:tcTxStyle>
      <a:tcStyle>
        <a:tcBdr>
          <a:left>
            <a:ln w="3175" cap="flat">
              <a:solidFill>
                <a:srgbClr val="5B5A5A"/>
              </a:solidFill>
              <a:prstDash val="solid"/>
              <a:miter lim="400000"/>
            </a:ln>
          </a:left>
          <a:right>
            <a:ln w="3175" cap="flat">
              <a:solidFill>
                <a:srgbClr val="5B5A5A"/>
              </a:solidFill>
              <a:prstDash val="solid"/>
              <a:miter lim="400000"/>
            </a:ln>
          </a:right>
          <a:top>
            <a:ln w="3175" cap="flat">
              <a:solidFill>
                <a:srgbClr val="5B5A5A"/>
              </a:solidFill>
              <a:prstDash val="solid"/>
              <a:miter lim="400000"/>
            </a:ln>
          </a:top>
          <a:bottom>
            <a:ln w="3175" cap="flat">
              <a:solidFill>
                <a:srgbClr val="5B5A5A"/>
              </a:solidFill>
              <a:prstDash val="solid"/>
              <a:miter lim="400000"/>
            </a:ln>
          </a:bottom>
          <a:insideH>
            <a:ln w="3175" cap="flat">
              <a:solidFill>
                <a:srgbClr val="5B5A5A"/>
              </a:solidFill>
              <a:prstDash val="solid"/>
              <a:miter lim="400000"/>
            </a:ln>
          </a:insideH>
          <a:insideV>
            <a:ln w="3175" cap="flat">
              <a:solidFill>
                <a:srgbClr val="5B5A5A"/>
              </a:solidFill>
              <a:prstDash val="solid"/>
              <a:miter lim="400000"/>
            </a:ln>
          </a:insideV>
        </a:tcBdr>
        <a:fill>
          <a:solidFill>
            <a:srgbClr val="F8BB00"/>
          </a:solidFill>
        </a:fill>
      </a:tcStyle>
    </a:firstCol>
    <a:lastRow>
      <a:tcTxStyle b="off" i="off">
        <a:font>
          <a:latin typeface="ヒラギノ角ゴ ProN W3"/>
          <a:ea typeface="ヒラギノ角ゴ ProN W3"/>
          <a:cs typeface="ヒラギノ角ゴ ProN W3"/>
        </a:font>
        <a:srgbClr val="000000"/>
      </a:tcTxStyle>
      <a:tcStyle>
        <a:tcBdr>
          <a:left>
            <a:ln w="3175" cap="flat">
              <a:solidFill>
                <a:srgbClr val="5B5A5A"/>
              </a:solidFill>
              <a:prstDash val="solid"/>
              <a:miter lim="400000"/>
            </a:ln>
          </a:left>
          <a:right>
            <a:ln w="3175" cap="flat">
              <a:solidFill>
                <a:srgbClr val="5B5A5A"/>
              </a:solidFill>
              <a:prstDash val="solid"/>
              <a:miter lim="400000"/>
            </a:ln>
          </a:right>
          <a:top>
            <a:ln w="12700" cap="flat">
              <a:solidFill>
                <a:srgbClr val="F8BA00"/>
              </a:solidFill>
              <a:prstDash val="solid"/>
              <a:miter lim="400000"/>
            </a:ln>
          </a:top>
          <a:bottom>
            <a:ln w="3175" cap="flat">
              <a:solidFill>
                <a:srgbClr val="5B5A5A"/>
              </a:solidFill>
              <a:prstDash val="solid"/>
              <a:miter lim="400000"/>
            </a:ln>
          </a:bottom>
          <a:insideH>
            <a:ln w="3175" cap="flat">
              <a:solidFill>
                <a:srgbClr val="5B5A5A"/>
              </a:solidFill>
              <a:prstDash val="solid"/>
              <a:miter lim="400000"/>
            </a:ln>
          </a:insideH>
          <a:insideV>
            <a:ln w="3175" cap="flat">
              <a:solidFill>
                <a:srgbClr val="5B5A5A"/>
              </a:solidFill>
              <a:prstDash val="solid"/>
              <a:miter lim="400000"/>
            </a:ln>
          </a:insideV>
        </a:tcBdr>
        <a:fill>
          <a:solidFill>
            <a:srgbClr val="FAF7E9"/>
          </a:solidFill>
        </a:fill>
      </a:tcStyle>
    </a:lastRow>
    <a:firstRow>
      <a:tcTxStyle b="off" i="off">
        <a:font>
          <a:latin typeface="ヒラギノ角ゴ ProN W3"/>
          <a:ea typeface="ヒラギノ角ゴ ProN W3"/>
          <a:cs typeface="ヒラギノ角ゴ ProN W3"/>
        </a:font>
        <a:srgbClr val="000000"/>
      </a:tcTxStyle>
      <a:tcStyle>
        <a:tcBdr>
          <a:left>
            <a:ln w="3175" cap="flat">
              <a:solidFill>
                <a:srgbClr val="5B5A5A"/>
              </a:solidFill>
              <a:prstDash val="solid"/>
              <a:miter lim="400000"/>
            </a:ln>
          </a:left>
          <a:right>
            <a:ln w="3175" cap="flat">
              <a:solidFill>
                <a:srgbClr val="5B5A5A"/>
              </a:solidFill>
              <a:prstDash val="solid"/>
              <a:miter lim="400000"/>
            </a:ln>
          </a:right>
          <a:top>
            <a:ln w="3175" cap="flat">
              <a:solidFill>
                <a:srgbClr val="5B5A5A"/>
              </a:solidFill>
              <a:prstDash val="solid"/>
              <a:miter lim="400000"/>
            </a:ln>
          </a:top>
          <a:bottom>
            <a:ln w="3175" cap="flat">
              <a:solidFill>
                <a:srgbClr val="5B5A5A"/>
              </a:solidFill>
              <a:prstDash val="solid"/>
              <a:miter lim="400000"/>
            </a:ln>
          </a:bottom>
          <a:insideH>
            <a:ln w="3175" cap="flat">
              <a:solidFill>
                <a:srgbClr val="5B5A5A"/>
              </a:solidFill>
              <a:prstDash val="solid"/>
              <a:miter lim="400000"/>
            </a:ln>
          </a:insideH>
          <a:insideV>
            <a:ln w="3175"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ヒラギノ角ゴ ProN W3"/>
          <a:ea typeface="ヒラギノ角ゴ ProN W3"/>
          <a:cs typeface="ヒラギノ角ゴ ProN W3"/>
        </a:font>
        <a:srgbClr val="000000"/>
      </a:tcTxStyle>
      <a:tcStyle>
        <a:tcBdr>
          <a:left>
            <a:ln w="3175" cap="flat">
              <a:solidFill>
                <a:srgbClr val="464646"/>
              </a:solidFill>
              <a:prstDash val="solid"/>
              <a:miter lim="400000"/>
            </a:ln>
          </a:left>
          <a:right>
            <a:ln w="3175" cap="flat">
              <a:solidFill>
                <a:srgbClr val="464646"/>
              </a:solidFill>
              <a:prstDash val="solid"/>
              <a:miter lim="400000"/>
            </a:ln>
          </a:right>
          <a:top>
            <a:ln w="3175" cap="flat">
              <a:solidFill>
                <a:srgbClr val="464646"/>
              </a:solidFill>
              <a:prstDash val="solid"/>
              <a:miter lim="400000"/>
            </a:ln>
          </a:top>
          <a:bottom>
            <a:ln w="3175" cap="flat">
              <a:solidFill>
                <a:srgbClr val="464646"/>
              </a:solidFill>
              <a:prstDash val="solid"/>
              <a:miter lim="400000"/>
            </a:ln>
          </a:bottom>
          <a:insideH>
            <a:ln w="3175" cap="flat">
              <a:solidFill>
                <a:srgbClr val="464646"/>
              </a:solidFill>
              <a:prstDash val="solid"/>
              <a:miter lim="400000"/>
            </a:ln>
          </a:insideH>
          <a:insideV>
            <a:ln w="3175"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C3C3C3"/>
              </a:solidFill>
              <a:prstDash val="solid"/>
              <a:miter lim="400000"/>
            </a:ln>
          </a:top>
          <a:bottom>
            <a:ln w="3175" cap="flat">
              <a:solidFill>
                <a:srgbClr val="C3C3C3"/>
              </a:solidFill>
              <a:prstDash val="solid"/>
              <a:miter lim="400000"/>
            </a:ln>
          </a:bottom>
          <a:insideH>
            <a:ln w="3175" cap="flat">
              <a:solidFill>
                <a:srgbClr val="C3C3C3"/>
              </a:solidFill>
              <a:prstDash val="solid"/>
              <a:miter lim="400000"/>
            </a:ln>
          </a:insideH>
          <a:insideV>
            <a:ln w="3175"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3175" cap="flat">
              <a:solidFill>
                <a:srgbClr val="A6AAA9"/>
              </a:solidFill>
              <a:prstDash val="solid"/>
              <a:miter lim="400000"/>
            </a:ln>
          </a:left>
          <a:right>
            <a:ln w="3175" cap="flat">
              <a:solidFill>
                <a:srgbClr val="A6AAA9"/>
              </a:solidFill>
              <a:prstDash val="solid"/>
              <a:miter lim="400000"/>
            </a:ln>
          </a:right>
          <a:top>
            <a:ln w="12700" cap="flat">
              <a:solidFill>
                <a:srgbClr val="CB297B"/>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FFFFFF"/>
          </a:solidFill>
        </a:fill>
      </a:tcStyle>
    </a:lastRow>
    <a:firstRow>
      <a:tcTxStyle b="on" i="off">
        <a:fontRef idx="minor">
          <a:srgbClr val="FFFFFF"/>
        </a:fontRef>
        <a:srgbClr val="FFFFFF"/>
      </a:tcTxStyle>
      <a:tcStyle>
        <a:tcBdr>
          <a:left>
            <a:ln w="3175" cap="flat">
              <a:solidFill>
                <a:srgbClr val="A6AAA9"/>
              </a:solidFill>
              <a:prstDash val="solid"/>
              <a:miter lim="400000"/>
            </a:ln>
          </a:left>
          <a:right>
            <a:ln w="3175" cap="flat">
              <a:solidFill>
                <a:srgbClr val="A6AAA9"/>
              </a:solidFill>
              <a:prstDash val="solid"/>
              <a:miter lim="400000"/>
            </a:ln>
          </a:right>
          <a:top>
            <a:ln w="3175" cap="flat">
              <a:solidFill>
                <a:srgbClr val="A6AAA9"/>
              </a:solidFill>
              <a:prstDash val="solid"/>
              <a:miter lim="400000"/>
            </a:ln>
          </a:top>
          <a:bottom>
            <a:ln w="3175" cap="flat">
              <a:solidFill>
                <a:srgbClr val="A6AAA9"/>
              </a:solidFill>
              <a:prstDash val="solid"/>
              <a:miter lim="400000"/>
            </a:ln>
          </a:bottom>
          <a:insideH>
            <a:ln w="3175" cap="flat">
              <a:solidFill>
                <a:srgbClr val="A6AAA9"/>
              </a:solidFill>
              <a:prstDash val="solid"/>
              <a:miter lim="400000"/>
            </a:ln>
          </a:insideH>
          <a:insideV>
            <a:ln w="3175"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ヒラギノ角ゴ ProN W3"/>
          <a:ea typeface="ヒラギノ角ゴ ProN W3"/>
          <a:cs typeface="ヒラギノ角ゴ ProN W3"/>
        </a:font>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3175" cap="flat">
              <a:solidFill>
                <a:srgbClr val="6C6C6C"/>
              </a:solidFill>
              <a:prstDash val="solid"/>
              <a:miter lim="400000"/>
            </a:ln>
          </a:left>
          <a:right>
            <a:ln w="12700" cap="flat">
              <a:solidFill>
                <a:srgbClr val="000000"/>
              </a:solidFill>
              <a:prstDash val="solid"/>
              <a:miter lim="400000"/>
            </a:ln>
          </a:right>
          <a:top>
            <a:ln w="3175" cap="flat">
              <a:solidFill>
                <a:srgbClr val="000000"/>
              </a:solidFill>
              <a:custDash>
                <a:ds d="200000" sp="200000"/>
              </a:custDash>
              <a:miter lim="400000"/>
            </a:ln>
          </a:top>
          <a:bottom>
            <a:ln w="3175" cap="flat">
              <a:solidFill>
                <a:srgbClr val="000000"/>
              </a:solidFill>
              <a:custDash>
                <a:ds d="200000" sp="200000"/>
              </a:custDash>
              <a:miter lim="400000"/>
            </a:ln>
          </a:bottom>
          <a:insideH>
            <a:ln w="3175" cap="flat">
              <a:solidFill>
                <a:srgbClr val="000000"/>
              </a:solidFill>
              <a:custDash>
                <a:ds d="200000" sp="200000"/>
              </a:custDash>
              <a:miter lim="400000"/>
            </a:ln>
          </a:insideH>
          <a:insideV>
            <a:ln w="3175" cap="flat">
              <a:solidFill>
                <a:srgbClr val="000000"/>
              </a:solidFill>
              <a:prstDash val="solid"/>
              <a:miter lim="400000"/>
            </a:ln>
          </a:insideV>
        </a:tcBdr>
        <a:fill>
          <a:noFill/>
        </a:fill>
      </a:tcStyle>
    </a:firstCol>
    <a:lastRow>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12700" cap="flat">
              <a:solidFill>
                <a:srgbClr val="000000"/>
              </a:solidFill>
              <a:prstDash val="solid"/>
              <a:miter lim="400000"/>
            </a:ln>
          </a:top>
          <a:bottom>
            <a:ln w="3175" cap="flat">
              <a:solidFill>
                <a:srgbClr val="6C6C6C"/>
              </a:solidFill>
              <a:prstDash val="solid"/>
              <a:miter lim="400000"/>
            </a:ln>
          </a:bottom>
          <a:insideH>
            <a:ln w="3175" cap="flat">
              <a:solidFill>
                <a:srgbClr val="000000"/>
              </a:solidFill>
              <a:custDash>
                <a:ds d="200000" sp="200000"/>
              </a:custDash>
              <a:miter lim="400000"/>
            </a:ln>
          </a:insideH>
          <a:insideV>
            <a:ln w="3175" cap="flat">
              <a:solidFill>
                <a:srgbClr val="000000"/>
              </a:solidFill>
              <a:prstDash val="solid"/>
              <a:miter lim="400000"/>
            </a:ln>
          </a:insideV>
        </a:tcBdr>
        <a:fill>
          <a:noFill/>
        </a:fill>
      </a:tcStyle>
    </a:lastRow>
    <a:firstRow>
      <a:tcTxStyle b="on" i="off">
        <a:fontRef idx="minor">
          <a:srgbClr val="000000"/>
        </a:fontRef>
        <a:srgbClr val="000000"/>
      </a:tcTxStyle>
      <a:tcStyle>
        <a:tcBdr>
          <a:left>
            <a:ln w="3175" cap="flat">
              <a:solidFill>
                <a:srgbClr val="000000"/>
              </a:solidFill>
              <a:prstDash val="solid"/>
              <a:miter lim="400000"/>
            </a:ln>
          </a:left>
          <a:right>
            <a:ln w="3175" cap="flat">
              <a:solidFill>
                <a:srgbClr val="000000"/>
              </a:solidFill>
              <a:prstDash val="solid"/>
              <a:miter lim="400000"/>
            </a:ln>
          </a:right>
          <a:top>
            <a:ln w="3175" cap="flat">
              <a:solidFill>
                <a:srgbClr val="6C6C6C"/>
              </a:solidFill>
              <a:prstDash val="solid"/>
              <a:miter lim="400000"/>
            </a:ln>
          </a:top>
          <a:bottom>
            <a:ln w="3175" cap="flat">
              <a:solidFill>
                <a:srgbClr val="000000"/>
              </a:solidFill>
              <a:prstDash val="solid"/>
              <a:miter lim="400000"/>
            </a:ln>
          </a:bottom>
          <a:insideH>
            <a:ln w="3175" cap="flat">
              <a:solidFill>
                <a:srgbClr val="000000"/>
              </a:solidFill>
              <a:prstDash val="solid"/>
              <a:miter lim="400000"/>
            </a:ln>
          </a:insideH>
          <a:insideV>
            <a:ln w="3175"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4676"/>
  </p:normalViewPr>
  <p:slideViewPr>
    <p:cSldViewPr snapToGrid="0">
      <p:cViewPr>
        <p:scale>
          <a:sx n="104" d="100"/>
          <a:sy n="104" d="100"/>
        </p:scale>
        <p:origin x="272"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1143000" y="685800"/>
            <a:ext cx="4572000" cy="3429000"/>
          </a:xfrm>
          <a:prstGeom prst="rect">
            <a:avLst/>
          </a:prstGeom>
        </p:spPr>
        <p:txBody>
          <a:bodyPr/>
          <a:lstStyle/>
          <a:p>
            <a:endParaRPr/>
          </a:p>
        </p:txBody>
      </p:sp>
      <p:sp>
        <p:nvSpPr>
          <p:cNvPr id="149" name="Shape 14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ヒラギノ角ゴ ProN W3"/>
        <a:ea typeface="ヒラギノ角ゴ ProN W3"/>
        <a:cs typeface="ヒラギノ角ゴ ProN W3"/>
        <a:sym typeface="ヒラギノ角ゴ ProN W3"/>
      </a:defRPr>
    </a:lvl1pPr>
    <a:lvl2pPr indent="228600" defTabSz="457200" latinLnBrk="0">
      <a:lnSpc>
        <a:spcPct val="117999"/>
      </a:lnSpc>
      <a:defRPr sz="2200">
        <a:latin typeface="ヒラギノ角ゴ ProN W3"/>
        <a:ea typeface="ヒラギノ角ゴ ProN W3"/>
        <a:cs typeface="ヒラギノ角ゴ ProN W3"/>
        <a:sym typeface="ヒラギノ角ゴ ProN W3"/>
      </a:defRPr>
    </a:lvl2pPr>
    <a:lvl3pPr indent="457200" defTabSz="457200" latinLnBrk="0">
      <a:lnSpc>
        <a:spcPct val="117999"/>
      </a:lnSpc>
      <a:defRPr sz="2200">
        <a:latin typeface="ヒラギノ角ゴ ProN W3"/>
        <a:ea typeface="ヒラギノ角ゴ ProN W3"/>
        <a:cs typeface="ヒラギノ角ゴ ProN W3"/>
        <a:sym typeface="ヒラギノ角ゴ ProN W3"/>
      </a:defRPr>
    </a:lvl3pPr>
    <a:lvl4pPr indent="685800" defTabSz="457200" latinLnBrk="0">
      <a:lnSpc>
        <a:spcPct val="117999"/>
      </a:lnSpc>
      <a:defRPr sz="2200">
        <a:latin typeface="ヒラギノ角ゴ ProN W3"/>
        <a:ea typeface="ヒラギノ角ゴ ProN W3"/>
        <a:cs typeface="ヒラギノ角ゴ ProN W3"/>
        <a:sym typeface="ヒラギノ角ゴ ProN W3"/>
      </a:defRPr>
    </a:lvl4pPr>
    <a:lvl5pPr indent="914400" defTabSz="457200" latinLnBrk="0">
      <a:lnSpc>
        <a:spcPct val="117999"/>
      </a:lnSpc>
      <a:defRPr sz="2200">
        <a:latin typeface="ヒラギノ角ゴ ProN W3"/>
        <a:ea typeface="ヒラギノ角ゴ ProN W3"/>
        <a:cs typeface="ヒラギノ角ゴ ProN W3"/>
        <a:sym typeface="ヒラギノ角ゴ ProN W3"/>
      </a:defRPr>
    </a:lvl5pPr>
    <a:lvl6pPr indent="1143000" defTabSz="457200" latinLnBrk="0">
      <a:lnSpc>
        <a:spcPct val="117999"/>
      </a:lnSpc>
      <a:defRPr sz="2200">
        <a:latin typeface="ヒラギノ角ゴ ProN W3"/>
        <a:ea typeface="ヒラギノ角ゴ ProN W3"/>
        <a:cs typeface="ヒラギノ角ゴ ProN W3"/>
        <a:sym typeface="ヒラギノ角ゴ ProN W3"/>
      </a:defRPr>
    </a:lvl6pPr>
    <a:lvl7pPr indent="1371600" defTabSz="457200" latinLnBrk="0">
      <a:lnSpc>
        <a:spcPct val="117999"/>
      </a:lnSpc>
      <a:defRPr sz="2200">
        <a:latin typeface="ヒラギノ角ゴ ProN W3"/>
        <a:ea typeface="ヒラギノ角ゴ ProN W3"/>
        <a:cs typeface="ヒラギノ角ゴ ProN W3"/>
        <a:sym typeface="ヒラギノ角ゴ ProN W3"/>
      </a:defRPr>
    </a:lvl7pPr>
    <a:lvl8pPr indent="1600200" defTabSz="457200" latinLnBrk="0">
      <a:lnSpc>
        <a:spcPct val="117999"/>
      </a:lnSpc>
      <a:defRPr sz="2200">
        <a:latin typeface="ヒラギノ角ゴ ProN W3"/>
        <a:ea typeface="ヒラギノ角ゴ ProN W3"/>
        <a:cs typeface="ヒラギノ角ゴ ProN W3"/>
        <a:sym typeface="ヒラギノ角ゴ ProN W3"/>
      </a:defRPr>
    </a:lvl8pPr>
    <a:lvl9pPr indent="1828800" defTabSz="457200" latinLnBrk="0">
      <a:lnSpc>
        <a:spcPct val="117999"/>
      </a:lnSpc>
      <a:defRPr sz="2200">
        <a:latin typeface="ヒラギノ角ゴ ProN W3"/>
        <a:ea typeface="ヒラギノ角ゴ ProN W3"/>
        <a:cs typeface="ヒラギノ角ゴ ProN W3"/>
        <a:sym typeface="ヒラギノ角ゴ ProN W3"/>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タイトル">
    <p:spTree>
      <p:nvGrpSpPr>
        <p:cNvPr id="1" name=""/>
        <p:cNvGrpSpPr/>
        <p:nvPr/>
      </p:nvGrpSpPr>
      <p:grpSpPr>
        <a:xfrm>
          <a:off x="0" y="0"/>
          <a:ext cx="0" cy="0"/>
          <a:chOff x="0" y="0"/>
          <a:chExt cx="0" cy="0"/>
        </a:xfrm>
      </p:grpSpPr>
      <p:sp>
        <p:nvSpPr>
          <p:cNvPr id="11" name="作者と日付"/>
          <p:cNvSpPr txBox="1">
            <a:spLocks noGrp="1"/>
          </p:cNvSpPr>
          <p:nvPr>
            <p:ph type="body" sz="quarter" idx="21" hasCustomPrompt="1"/>
          </p:nvPr>
        </p:nvSpPr>
        <p:spPr>
          <a:xfrm>
            <a:off x="523875" y="9337916"/>
            <a:ext cx="8705851" cy="345795"/>
          </a:xfrm>
          <a:prstGeom prst="rect">
            <a:avLst/>
          </a:prstGeom>
        </p:spPr>
        <p:txBody>
          <a:bodyPr anchor="b"/>
          <a:lstStyle>
            <a:lvl1pPr defTabSz="508752">
              <a:defRPr sz="2080"/>
            </a:lvl1pPr>
          </a:lstStyle>
          <a:p>
            <a:r>
              <a:t>作者と日付</a:t>
            </a:r>
          </a:p>
        </p:txBody>
      </p:sp>
      <p:sp>
        <p:nvSpPr>
          <p:cNvPr id="12" name="プレゼンテーションのタイトル"/>
          <p:cNvSpPr txBox="1">
            <a:spLocks noGrp="1"/>
          </p:cNvSpPr>
          <p:nvPr>
            <p:ph type="title" hasCustomPrompt="1"/>
          </p:nvPr>
        </p:nvSpPr>
        <p:spPr>
          <a:prstGeom prst="rect">
            <a:avLst/>
          </a:prstGeom>
        </p:spPr>
        <p:txBody>
          <a:bodyPr/>
          <a:lstStyle/>
          <a:p>
            <a:r>
              <a:t>プレゼンテーションのタイトル</a:t>
            </a:r>
          </a:p>
        </p:txBody>
      </p:sp>
      <p:sp>
        <p:nvSpPr>
          <p:cNvPr id="13" name="本文レベル1…"/>
          <p:cNvSpPr txBox="1">
            <a:spLocks noGrp="1"/>
          </p:cNvSpPr>
          <p:nvPr>
            <p:ph type="body" sz="quarter" idx="1" hasCustomPrompt="1"/>
          </p:nvPr>
        </p:nvSpPr>
        <p:spPr>
          <a:prstGeom prst="rect">
            <a:avLst/>
          </a:prstGeom>
        </p:spPr>
        <p:txBody>
          <a:bodyPr/>
          <a:lstStyle/>
          <a:p>
            <a:r>
              <a:t>プレゼンテーションのサブタイトル</a:t>
            </a:r>
          </a:p>
          <a:p>
            <a:pPr lvl="1"/>
            <a:endParaRPr/>
          </a:p>
          <a:p>
            <a:pPr lvl="2"/>
            <a:endParaRPr/>
          </a:p>
          <a:p>
            <a:pPr lvl="3"/>
            <a:endParaRPr/>
          </a:p>
          <a:p>
            <a:pPr lvl="4"/>
            <a:endParaRPr/>
          </a:p>
        </p:txBody>
      </p:sp>
      <p:sp>
        <p:nvSpPr>
          <p:cNvPr id="14" name="スライド番号"/>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タイトル&amp;画像">
    <p:spTree>
      <p:nvGrpSpPr>
        <p:cNvPr id="1" name=""/>
        <p:cNvGrpSpPr/>
        <p:nvPr/>
      </p:nvGrpSpPr>
      <p:grpSpPr>
        <a:xfrm>
          <a:off x="0" y="0"/>
          <a:ext cx="0" cy="0"/>
          <a:chOff x="0" y="0"/>
          <a:chExt cx="0" cy="0"/>
        </a:xfrm>
      </p:grpSpPr>
      <p:sp>
        <p:nvSpPr>
          <p:cNvPr id="21" name="アボカドとライム"/>
          <p:cNvSpPr>
            <a:spLocks noGrp="1"/>
          </p:cNvSpPr>
          <p:nvPr>
            <p:ph type="pic" idx="21"/>
          </p:nvPr>
        </p:nvSpPr>
        <p:spPr>
          <a:xfrm>
            <a:off x="-282575" y="2157879"/>
            <a:ext cx="13376739" cy="8011646"/>
          </a:xfrm>
          <a:prstGeom prst="rect">
            <a:avLst/>
          </a:prstGeom>
        </p:spPr>
        <p:txBody>
          <a:bodyPr lIns="91439" tIns="45719" rIns="91439" bIns="45719">
            <a:noAutofit/>
          </a:bodyPr>
          <a:lstStyle/>
          <a:p>
            <a:endParaRPr/>
          </a:p>
        </p:txBody>
      </p:sp>
      <p:sp>
        <p:nvSpPr>
          <p:cNvPr id="22" name="プレゼンテーションのタイトル"/>
          <p:cNvSpPr txBox="1">
            <a:spLocks noGrp="1"/>
          </p:cNvSpPr>
          <p:nvPr>
            <p:ph type="title" hasCustomPrompt="1"/>
          </p:nvPr>
        </p:nvSpPr>
        <p:spPr>
          <a:xfrm>
            <a:off x="523875" y="6731000"/>
            <a:ext cx="8705850" cy="2476500"/>
          </a:xfrm>
          <a:prstGeom prst="rect">
            <a:avLst/>
          </a:prstGeom>
        </p:spPr>
        <p:txBody>
          <a:bodyPr/>
          <a:lstStyle/>
          <a:p>
            <a:r>
              <a:t>プレゼンテーションのタイトル</a:t>
            </a:r>
          </a:p>
        </p:txBody>
      </p:sp>
      <p:sp>
        <p:nvSpPr>
          <p:cNvPr id="23" name="本文レベル1…"/>
          <p:cNvSpPr txBox="1">
            <a:spLocks noGrp="1"/>
          </p:cNvSpPr>
          <p:nvPr>
            <p:ph type="body" sz="quarter" idx="1" hasCustomPrompt="1"/>
          </p:nvPr>
        </p:nvSpPr>
        <p:spPr>
          <a:xfrm>
            <a:off x="523875" y="9169400"/>
            <a:ext cx="8705850" cy="517327"/>
          </a:xfrm>
          <a:prstGeom prst="rect">
            <a:avLst/>
          </a:prstGeom>
        </p:spPr>
        <p:txBody>
          <a:bodyPr/>
          <a:lstStyle/>
          <a:p>
            <a:r>
              <a:t>プレゼンテーションのサブタイトル</a:t>
            </a:r>
          </a:p>
          <a:p>
            <a:pPr lvl="1"/>
            <a:endParaRPr/>
          </a:p>
          <a:p>
            <a:pPr lvl="2"/>
            <a:endParaRPr/>
          </a:p>
          <a:p>
            <a:pPr lvl="3"/>
            <a:endParaRPr/>
          </a:p>
          <a:p>
            <a:pPr lvl="4"/>
            <a:endParaRPr/>
          </a:p>
        </p:txBody>
      </p:sp>
      <p:sp>
        <p:nvSpPr>
          <p:cNvPr id="24" name="作者と日付"/>
          <p:cNvSpPr txBox="1">
            <a:spLocks noGrp="1"/>
          </p:cNvSpPr>
          <p:nvPr>
            <p:ph type="body" sz="quarter" idx="22" hasCustomPrompt="1"/>
          </p:nvPr>
        </p:nvSpPr>
        <p:spPr>
          <a:xfrm>
            <a:off x="523875" y="3273425"/>
            <a:ext cx="8705851" cy="345795"/>
          </a:xfrm>
          <a:prstGeom prst="rect">
            <a:avLst/>
          </a:prstGeom>
        </p:spPr>
        <p:txBody>
          <a:bodyPr/>
          <a:lstStyle>
            <a:lvl1pPr defTabSz="508752">
              <a:defRPr sz="2080"/>
            </a:lvl1pPr>
          </a:lstStyle>
          <a:p>
            <a:r>
              <a:t>作者と日付</a:t>
            </a:r>
          </a:p>
        </p:txBody>
      </p:sp>
      <p:sp>
        <p:nvSpPr>
          <p:cNvPr id="25" name="スライド番号"/>
          <p:cNvSpPr txBox="1">
            <a:spLocks noGrp="1"/>
          </p:cNvSpPr>
          <p:nvPr>
            <p:ph type="sldNum" sz="quarter" idx="2"/>
          </p:nvPr>
        </p:nvSpPr>
        <p:spPr>
          <a:xfrm>
            <a:off x="4696256"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タイトル&amp;画像（代替）">
    <p:spTree>
      <p:nvGrpSpPr>
        <p:cNvPr id="1" name=""/>
        <p:cNvGrpSpPr/>
        <p:nvPr/>
      </p:nvGrpSpPr>
      <p:grpSpPr>
        <a:xfrm>
          <a:off x="0" y="0"/>
          <a:ext cx="0" cy="0"/>
          <a:chOff x="0" y="0"/>
          <a:chExt cx="0" cy="0"/>
        </a:xfrm>
      </p:grpSpPr>
      <p:sp>
        <p:nvSpPr>
          <p:cNvPr id="32" name="サーモンケーキ、サラダ、フムスが入ったボウル "/>
          <p:cNvSpPr>
            <a:spLocks noGrp="1"/>
          </p:cNvSpPr>
          <p:nvPr>
            <p:ph type="pic" sz="half" idx="21"/>
          </p:nvPr>
        </p:nvSpPr>
        <p:spPr>
          <a:xfrm>
            <a:off x="3989347" y="3216275"/>
            <a:ext cx="5657851" cy="6585044"/>
          </a:xfrm>
          <a:prstGeom prst="rect">
            <a:avLst/>
          </a:prstGeom>
        </p:spPr>
        <p:txBody>
          <a:bodyPr lIns="91439" tIns="45719" rIns="91439" bIns="45719">
            <a:noAutofit/>
          </a:bodyPr>
          <a:lstStyle/>
          <a:p>
            <a:endParaRPr/>
          </a:p>
        </p:txBody>
      </p:sp>
      <p:sp>
        <p:nvSpPr>
          <p:cNvPr id="33" name="本文レベル1…"/>
          <p:cNvSpPr txBox="1">
            <a:spLocks noGrp="1"/>
          </p:cNvSpPr>
          <p:nvPr>
            <p:ph type="body" sz="quarter" idx="1" hasCustomPrompt="1"/>
          </p:nvPr>
        </p:nvSpPr>
        <p:spPr>
          <a:xfrm>
            <a:off x="523875" y="6597650"/>
            <a:ext cx="3829050" cy="3033425"/>
          </a:xfrm>
          <a:prstGeom prst="rect">
            <a:avLst/>
          </a:prstGeom>
        </p:spPr>
        <p:txBody>
          <a:bodyPr/>
          <a:lstStyle/>
          <a:p>
            <a:r>
              <a:t>スライドのサブタイトル</a:t>
            </a:r>
          </a:p>
          <a:p>
            <a:pPr lvl="1"/>
            <a:endParaRPr/>
          </a:p>
          <a:p>
            <a:pPr lvl="2"/>
            <a:endParaRPr/>
          </a:p>
          <a:p>
            <a:pPr lvl="3"/>
            <a:endParaRPr/>
          </a:p>
          <a:p>
            <a:pPr lvl="4"/>
            <a:endParaRPr/>
          </a:p>
        </p:txBody>
      </p:sp>
      <p:sp>
        <p:nvSpPr>
          <p:cNvPr id="34" name="スライドのタイトル"/>
          <p:cNvSpPr txBox="1">
            <a:spLocks noGrp="1"/>
          </p:cNvSpPr>
          <p:nvPr>
            <p:ph type="title" hasCustomPrompt="1"/>
          </p:nvPr>
        </p:nvSpPr>
        <p:spPr>
          <a:xfrm>
            <a:off x="523875" y="3364200"/>
            <a:ext cx="3829050" cy="3290600"/>
          </a:xfrm>
          <a:prstGeom prst="rect">
            <a:avLst/>
          </a:prstGeom>
        </p:spPr>
        <p:txBody>
          <a:bodyPr/>
          <a:lstStyle>
            <a:lvl1pPr>
              <a:defRPr sz="8000" spc="-159"/>
            </a:lvl1pPr>
          </a:lstStyle>
          <a:p>
            <a:r>
              <a:t>スライドのタイトル</a:t>
            </a:r>
          </a:p>
        </p:txBody>
      </p:sp>
      <p:sp>
        <p:nvSpPr>
          <p:cNvPr id="35"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タイトル&amp;箇条書き">
    <p:spTree>
      <p:nvGrpSpPr>
        <p:cNvPr id="1" name=""/>
        <p:cNvGrpSpPr/>
        <p:nvPr/>
      </p:nvGrpSpPr>
      <p:grpSpPr>
        <a:xfrm>
          <a:off x="0" y="0"/>
          <a:ext cx="0" cy="0"/>
          <a:chOff x="0" y="0"/>
          <a:chExt cx="0" cy="0"/>
        </a:xfrm>
      </p:grpSpPr>
      <p:sp>
        <p:nvSpPr>
          <p:cNvPr id="42" name="本文レベル1…"/>
          <p:cNvSpPr txBox="1">
            <a:spLocks noGrp="1"/>
          </p:cNvSpPr>
          <p:nvPr>
            <p:ph type="body" sz="half" idx="1" hasCustomPrompt="1"/>
          </p:nvPr>
        </p:nvSpPr>
        <p:spPr>
          <a:xfrm>
            <a:off x="523875" y="5064125"/>
            <a:ext cx="8705850" cy="4572000"/>
          </a:xfrm>
          <a:prstGeom prst="rect">
            <a:avLst/>
          </a:prstGeom>
        </p:spPr>
        <p:txBody>
          <a:bodyPr/>
          <a:lstStyle>
            <a:lvl1pPr marL="508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1pPr>
            <a:lvl2pPr marL="889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2pPr>
            <a:lvl3pPr marL="1270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3pPr>
            <a:lvl4pPr marL="1651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4pPr>
            <a:lvl5pPr marL="2032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5pPr>
          </a:lstStyle>
          <a:p>
            <a:r>
              <a:t>スライドの箇条書きテキスト</a:t>
            </a:r>
          </a:p>
          <a:p>
            <a:pPr lvl="1"/>
            <a:endParaRPr/>
          </a:p>
          <a:p>
            <a:pPr lvl="2"/>
            <a:endParaRPr/>
          </a:p>
          <a:p>
            <a:pPr lvl="3"/>
            <a:endParaRPr/>
          </a:p>
          <a:p>
            <a:pPr lvl="4"/>
            <a:endParaRPr/>
          </a:p>
        </p:txBody>
      </p:sp>
      <p:sp>
        <p:nvSpPr>
          <p:cNvPr id="43" name="スライドのサブタイトル"/>
          <p:cNvSpPr txBox="1">
            <a:spLocks noGrp="1"/>
          </p:cNvSpPr>
          <p:nvPr>
            <p:ph type="body" sz="quarter" idx="21" hasCustomPrompt="1"/>
          </p:nvPr>
        </p:nvSpPr>
        <p:spPr>
          <a:xfrm>
            <a:off x="523875" y="3904533"/>
            <a:ext cx="8705851" cy="503852"/>
          </a:xfrm>
          <a:prstGeom prst="rect">
            <a:avLst/>
          </a:prstGeom>
        </p:spPr>
        <p:txBody>
          <a:bodyPr/>
          <a:lstStyle>
            <a:lvl1pPr defTabSz="540060">
              <a:defRPr sz="3450"/>
            </a:lvl1pPr>
          </a:lstStyle>
          <a:p>
            <a:r>
              <a:t>スライドのサブタイトル</a:t>
            </a:r>
          </a:p>
        </p:txBody>
      </p:sp>
      <p:sp>
        <p:nvSpPr>
          <p:cNvPr id="44" name="スライドのタイトル"/>
          <p:cNvSpPr txBox="1">
            <a:spLocks noGrp="1"/>
          </p:cNvSpPr>
          <p:nvPr>
            <p:ph type="title" hasCustomPrompt="1"/>
          </p:nvPr>
        </p:nvSpPr>
        <p:spPr>
          <a:xfrm>
            <a:off x="523875" y="3175000"/>
            <a:ext cx="8705850" cy="762000"/>
          </a:xfrm>
          <a:prstGeom prst="rect">
            <a:avLst/>
          </a:prstGeom>
        </p:spPr>
        <p:txBody>
          <a:bodyPr anchor="t"/>
          <a:lstStyle>
            <a:lvl1pPr>
              <a:defRPr sz="8000" spc="-159"/>
            </a:lvl1pPr>
          </a:lstStyle>
          <a:p>
            <a:r>
              <a:t>スライドのタイトル</a:t>
            </a:r>
          </a:p>
        </p:txBody>
      </p:sp>
      <p:sp>
        <p:nvSpPr>
          <p:cNvPr id="45"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箇条書き">
    <p:spTree>
      <p:nvGrpSpPr>
        <p:cNvPr id="1" name=""/>
        <p:cNvGrpSpPr/>
        <p:nvPr/>
      </p:nvGrpSpPr>
      <p:grpSpPr>
        <a:xfrm>
          <a:off x="0" y="0"/>
          <a:ext cx="0" cy="0"/>
          <a:chOff x="0" y="0"/>
          <a:chExt cx="0" cy="0"/>
        </a:xfrm>
      </p:grpSpPr>
      <p:sp>
        <p:nvSpPr>
          <p:cNvPr id="52" name="本文レベル1…"/>
          <p:cNvSpPr txBox="1">
            <a:spLocks noGrp="1"/>
          </p:cNvSpPr>
          <p:nvPr>
            <p:ph type="body" sz="half" idx="1" hasCustomPrompt="1"/>
          </p:nvPr>
        </p:nvSpPr>
        <p:spPr>
          <a:xfrm>
            <a:off x="523875" y="5064125"/>
            <a:ext cx="8705850" cy="4572000"/>
          </a:xfrm>
          <a:prstGeom prst="rect">
            <a:avLst/>
          </a:prstGeom>
        </p:spPr>
        <p:txBody>
          <a:bodyPr numCol="2" spcCol="442018"/>
          <a:lstStyle>
            <a:lvl1pPr marL="508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1pPr>
            <a:lvl2pPr marL="889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2pPr>
            <a:lvl3pPr marL="1270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3pPr>
            <a:lvl4pPr marL="1651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4pPr>
            <a:lvl5pPr marL="2032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5pPr>
          </a:lstStyle>
          <a:p>
            <a:r>
              <a:t>スライドの箇条書きテキスト</a:t>
            </a:r>
          </a:p>
          <a:p>
            <a:pPr lvl="1"/>
            <a:endParaRPr/>
          </a:p>
          <a:p>
            <a:pPr lvl="2"/>
            <a:endParaRPr/>
          </a:p>
          <a:p>
            <a:pPr lvl="3"/>
            <a:endParaRPr/>
          </a:p>
          <a:p>
            <a:pPr lvl="4"/>
            <a:endParaRPr/>
          </a:p>
        </p:txBody>
      </p:sp>
      <p:sp>
        <p:nvSpPr>
          <p:cNvPr id="53"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タイトル、箇条書き、画像">
    <p:spTree>
      <p:nvGrpSpPr>
        <p:cNvPr id="1" name=""/>
        <p:cNvGrpSpPr/>
        <p:nvPr/>
      </p:nvGrpSpPr>
      <p:grpSpPr>
        <a:xfrm>
          <a:off x="0" y="0"/>
          <a:ext cx="0" cy="0"/>
          <a:chOff x="0" y="0"/>
          <a:chExt cx="0" cy="0"/>
        </a:xfrm>
      </p:grpSpPr>
      <p:sp>
        <p:nvSpPr>
          <p:cNvPr id="60" name="パセリバター、煎りヘーゼルナッツ、削ったパルメザンチーズがかかったパッパルデッレパスタ1皿"/>
          <p:cNvSpPr>
            <a:spLocks noGrp="1"/>
          </p:cNvSpPr>
          <p:nvPr>
            <p:ph type="pic" sz="half" idx="21"/>
          </p:nvPr>
        </p:nvSpPr>
        <p:spPr>
          <a:xfrm>
            <a:off x="4629150" y="3292475"/>
            <a:ext cx="4836319" cy="6448425"/>
          </a:xfrm>
          <a:prstGeom prst="rect">
            <a:avLst/>
          </a:prstGeom>
        </p:spPr>
        <p:txBody>
          <a:bodyPr lIns="91439" tIns="45719" rIns="91439" bIns="45719">
            <a:noAutofit/>
          </a:bodyPr>
          <a:lstStyle/>
          <a:p>
            <a:endParaRPr/>
          </a:p>
        </p:txBody>
      </p:sp>
      <p:sp>
        <p:nvSpPr>
          <p:cNvPr id="61" name="スライドのタイトル"/>
          <p:cNvSpPr txBox="1">
            <a:spLocks noGrp="1"/>
          </p:cNvSpPr>
          <p:nvPr>
            <p:ph type="title" hasCustomPrompt="1"/>
          </p:nvPr>
        </p:nvSpPr>
        <p:spPr>
          <a:xfrm>
            <a:off x="523875" y="3178175"/>
            <a:ext cx="3829050" cy="762000"/>
          </a:xfrm>
          <a:prstGeom prst="rect">
            <a:avLst/>
          </a:prstGeom>
        </p:spPr>
        <p:txBody>
          <a:bodyPr anchor="t"/>
          <a:lstStyle>
            <a:lvl1pPr>
              <a:defRPr sz="8000" spc="-159"/>
            </a:lvl1pPr>
          </a:lstStyle>
          <a:p>
            <a:r>
              <a:t>スライドのタイトル</a:t>
            </a:r>
          </a:p>
        </p:txBody>
      </p:sp>
      <p:sp>
        <p:nvSpPr>
          <p:cNvPr id="62" name="スライドのサブタイトル"/>
          <p:cNvSpPr txBox="1">
            <a:spLocks noGrp="1"/>
          </p:cNvSpPr>
          <p:nvPr>
            <p:ph type="body" sz="quarter" idx="22" hasCustomPrompt="1"/>
          </p:nvPr>
        </p:nvSpPr>
        <p:spPr>
          <a:xfrm>
            <a:off x="523875" y="3904533"/>
            <a:ext cx="3829050" cy="503852"/>
          </a:xfrm>
          <a:prstGeom prst="rect">
            <a:avLst/>
          </a:prstGeom>
        </p:spPr>
        <p:txBody>
          <a:bodyPr/>
          <a:lstStyle>
            <a:lvl1pPr defTabSz="422655">
              <a:defRPr sz="2700"/>
            </a:lvl1pPr>
          </a:lstStyle>
          <a:p>
            <a:r>
              <a:t>スライドのサブタイトル</a:t>
            </a:r>
          </a:p>
        </p:txBody>
      </p:sp>
      <p:sp>
        <p:nvSpPr>
          <p:cNvPr id="63" name="本文レベル1…"/>
          <p:cNvSpPr txBox="1">
            <a:spLocks noGrp="1"/>
          </p:cNvSpPr>
          <p:nvPr>
            <p:ph type="body" sz="quarter" idx="1" hasCustomPrompt="1"/>
          </p:nvPr>
        </p:nvSpPr>
        <p:spPr>
          <a:xfrm>
            <a:off x="523875" y="5454947"/>
            <a:ext cx="3829050" cy="4194871"/>
          </a:xfrm>
          <a:prstGeom prst="rect">
            <a:avLst/>
          </a:prstGeom>
        </p:spPr>
        <p:txBody>
          <a:bodyPr/>
          <a:lstStyle>
            <a:lvl1pPr marL="508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1pPr>
            <a:lvl2pPr marL="889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2pPr>
            <a:lvl3pPr marL="1270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3pPr>
            <a:lvl4pPr marL="1651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4pPr>
            <a:lvl5pPr marL="2032000" indent="-508000" defTabSz="2311906">
              <a:lnSpc>
                <a:spcPct val="90000"/>
              </a:lnSpc>
              <a:spcBef>
                <a:spcPts val="4200"/>
              </a:spcBef>
              <a:buSzPct val="123000"/>
              <a:buChar char="•"/>
              <a:defRPr sz="4000">
                <a:latin typeface="ヒラギノ角ゴ ProN W3"/>
                <a:ea typeface="ヒラギノ角ゴ ProN W3"/>
                <a:cs typeface="ヒラギノ角ゴ ProN W3"/>
                <a:sym typeface="ヒラギノ角ゴ ProN W3"/>
              </a:defRPr>
            </a:lvl5pPr>
          </a:lstStyle>
          <a:p>
            <a:r>
              <a:t>スライドの箇条書きテキスト</a:t>
            </a:r>
          </a:p>
          <a:p>
            <a:pPr lvl="1"/>
            <a:endParaRPr/>
          </a:p>
          <a:p>
            <a:pPr lvl="2"/>
            <a:endParaRPr/>
          </a:p>
          <a:p>
            <a:pPr lvl="3"/>
            <a:endParaRPr/>
          </a:p>
          <a:p>
            <a:pPr lvl="4"/>
            <a:endParaRPr/>
          </a:p>
        </p:txBody>
      </p:sp>
      <p:sp>
        <p:nvSpPr>
          <p:cNvPr id="64"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セクション">
    <p:spTree>
      <p:nvGrpSpPr>
        <p:cNvPr id="1" name=""/>
        <p:cNvGrpSpPr/>
        <p:nvPr/>
      </p:nvGrpSpPr>
      <p:grpSpPr>
        <a:xfrm>
          <a:off x="0" y="0"/>
          <a:ext cx="0" cy="0"/>
          <a:chOff x="0" y="0"/>
          <a:chExt cx="0" cy="0"/>
        </a:xfrm>
      </p:grpSpPr>
      <p:sp>
        <p:nvSpPr>
          <p:cNvPr id="71" name="セクションタイトル"/>
          <p:cNvSpPr txBox="1">
            <a:spLocks noGrp="1"/>
          </p:cNvSpPr>
          <p:nvPr>
            <p:ph type="title" hasCustomPrompt="1"/>
          </p:nvPr>
        </p:nvSpPr>
        <p:spPr>
          <a:xfrm>
            <a:off x="523875" y="5264150"/>
            <a:ext cx="8705850" cy="2476500"/>
          </a:xfrm>
          <a:prstGeom prst="rect">
            <a:avLst/>
          </a:prstGeom>
        </p:spPr>
        <p:txBody>
          <a:bodyPr anchor="ctr"/>
          <a:lstStyle>
            <a:lvl1pPr>
              <a:defRPr>
                <a:latin typeface="ヒラギノ角ゴ ProN W3"/>
                <a:ea typeface="ヒラギノ角ゴ ProN W3"/>
                <a:cs typeface="ヒラギノ角ゴ ProN W3"/>
                <a:sym typeface="ヒラギノ角ゴ ProN W3"/>
              </a:defRPr>
            </a:lvl1pPr>
          </a:lstStyle>
          <a:p>
            <a:r>
              <a:t>セクションタイトル</a:t>
            </a:r>
          </a:p>
        </p:txBody>
      </p:sp>
      <p:sp>
        <p:nvSpPr>
          <p:cNvPr id="72"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タイトルのみ">
    <p:spTree>
      <p:nvGrpSpPr>
        <p:cNvPr id="1" name=""/>
        <p:cNvGrpSpPr/>
        <p:nvPr/>
      </p:nvGrpSpPr>
      <p:grpSpPr>
        <a:xfrm>
          <a:off x="0" y="0"/>
          <a:ext cx="0" cy="0"/>
          <a:chOff x="0" y="0"/>
          <a:chExt cx="0" cy="0"/>
        </a:xfrm>
      </p:grpSpPr>
      <p:sp>
        <p:nvSpPr>
          <p:cNvPr id="79" name="スライドのタイトル"/>
          <p:cNvSpPr txBox="1">
            <a:spLocks noGrp="1"/>
          </p:cNvSpPr>
          <p:nvPr>
            <p:ph type="title" hasCustomPrompt="1"/>
          </p:nvPr>
        </p:nvSpPr>
        <p:spPr>
          <a:xfrm>
            <a:off x="523875" y="3175000"/>
            <a:ext cx="8705850" cy="762000"/>
          </a:xfrm>
          <a:prstGeom prst="rect">
            <a:avLst/>
          </a:prstGeom>
        </p:spPr>
        <p:txBody>
          <a:bodyPr anchor="t"/>
          <a:lstStyle>
            <a:lvl1pPr>
              <a:defRPr sz="8000" spc="-159"/>
            </a:lvl1pPr>
          </a:lstStyle>
          <a:p>
            <a:r>
              <a:t>スライドのタイトル</a:t>
            </a:r>
          </a:p>
        </p:txBody>
      </p:sp>
      <p:sp>
        <p:nvSpPr>
          <p:cNvPr id="80" name="スライドのサブタイトル"/>
          <p:cNvSpPr txBox="1">
            <a:spLocks noGrp="1"/>
          </p:cNvSpPr>
          <p:nvPr>
            <p:ph type="body" sz="quarter" idx="21" hasCustomPrompt="1"/>
          </p:nvPr>
        </p:nvSpPr>
        <p:spPr>
          <a:xfrm>
            <a:off x="523875" y="3904533"/>
            <a:ext cx="8705851" cy="503852"/>
          </a:xfrm>
          <a:prstGeom prst="rect">
            <a:avLst/>
          </a:prstGeom>
        </p:spPr>
        <p:txBody>
          <a:bodyPr/>
          <a:lstStyle>
            <a:lvl1pPr defTabSz="540060">
              <a:defRPr sz="3450"/>
            </a:lvl1pPr>
          </a:lstStyle>
          <a:p>
            <a:r>
              <a:t>スライドのサブタイトル</a:t>
            </a:r>
          </a:p>
        </p:txBody>
      </p:sp>
      <p:sp>
        <p:nvSpPr>
          <p:cNvPr id="81"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議題">
    <p:spTree>
      <p:nvGrpSpPr>
        <p:cNvPr id="1" name=""/>
        <p:cNvGrpSpPr/>
        <p:nvPr/>
      </p:nvGrpSpPr>
      <p:grpSpPr>
        <a:xfrm>
          <a:off x="0" y="0"/>
          <a:ext cx="0" cy="0"/>
          <a:chOff x="0" y="0"/>
          <a:chExt cx="0" cy="0"/>
        </a:xfrm>
      </p:grpSpPr>
      <p:sp>
        <p:nvSpPr>
          <p:cNvPr id="88" name="議題のタイトル"/>
          <p:cNvSpPr txBox="1">
            <a:spLocks noGrp="1"/>
          </p:cNvSpPr>
          <p:nvPr>
            <p:ph type="title" hasCustomPrompt="1"/>
          </p:nvPr>
        </p:nvSpPr>
        <p:spPr>
          <a:xfrm>
            <a:off x="523875" y="3178175"/>
            <a:ext cx="8705850" cy="762000"/>
          </a:xfrm>
          <a:prstGeom prst="rect">
            <a:avLst/>
          </a:prstGeom>
        </p:spPr>
        <p:txBody>
          <a:bodyPr anchor="t"/>
          <a:lstStyle>
            <a:lvl1pPr>
              <a:defRPr sz="8000" spc="-159"/>
            </a:lvl1pPr>
          </a:lstStyle>
          <a:p>
            <a:r>
              <a:t>議題のタイトル</a:t>
            </a:r>
          </a:p>
        </p:txBody>
      </p:sp>
      <p:sp>
        <p:nvSpPr>
          <p:cNvPr id="89" name="議題のサブタイトル"/>
          <p:cNvSpPr txBox="1">
            <a:spLocks noGrp="1"/>
          </p:cNvSpPr>
          <p:nvPr>
            <p:ph type="body" sz="quarter" idx="21" hasCustomPrompt="1"/>
          </p:nvPr>
        </p:nvSpPr>
        <p:spPr>
          <a:xfrm>
            <a:off x="523875" y="3902075"/>
            <a:ext cx="8705851" cy="503851"/>
          </a:xfrm>
          <a:prstGeom prst="rect">
            <a:avLst/>
          </a:prstGeom>
        </p:spPr>
        <p:txBody>
          <a:bodyPr/>
          <a:lstStyle>
            <a:lvl1pPr defTabSz="540060">
              <a:defRPr sz="3450"/>
            </a:lvl1pPr>
          </a:lstStyle>
          <a:p>
            <a:r>
              <a:t>議題のサブタイトル</a:t>
            </a:r>
          </a:p>
        </p:txBody>
      </p:sp>
      <p:sp>
        <p:nvSpPr>
          <p:cNvPr id="90" name="本文レベル1…"/>
          <p:cNvSpPr txBox="1">
            <a:spLocks noGrp="1"/>
          </p:cNvSpPr>
          <p:nvPr>
            <p:ph type="body" sz="half" idx="1" hasCustomPrompt="1"/>
          </p:nvPr>
        </p:nvSpPr>
        <p:spPr>
          <a:xfrm>
            <a:off x="523875" y="5064125"/>
            <a:ext cx="8705850" cy="4572000"/>
          </a:xfrm>
          <a:prstGeom prst="rect">
            <a:avLst/>
          </a:prstGeom>
        </p:spPr>
        <p:txBody>
          <a:bodyPr/>
          <a:lstStyle>
            <a:lvl1pPr defTabSz="2311906">
              <a:lnSpc>
                <a:spcPct val="90000"/>
              </a:lnSpc>
              <a:spcBef>
                <a:spcPts val="1700"/>
              </a:spcBef>
              <a:defRPr spc="-50">
                <a:latin typeface="ヒラギノ角ゴ ProN W3"/>
                <a:ea typeface="ヒラギノ角ゴ ProN W3"/>
                <a:cs typeface="ヒラギノ角ゴ ProN W3"/>
                <a:sym typeface="ヒラギノ角ゴ ProN W3"/>
              </a:defRPr>
            </a:lvl1pPr>
            <a:lvl2pPr defTabSz="2311906">
              <a:lnSpc>
                <a:spcPct val="90000"/>
              </a:lnSpc>
              <a:spcBef>
                <a:spcPts val="1700"/>
              </a:spcBef>
              <a:defRPr spc="-50">
                <a:latin typeface="ヒラギノ角ゴ ProN W3"/>
                <a:ea typeface="ヒラギノ角ゴ ProN W3"/>
                <a:cs typeface="ヒラギノ角ゴ ProN W3"/>
                <a:sym typeface="ヒラギノ角ゴ ProN W3"/>
              </a:defRPr>
            </a:lvl2pPr>
            <a:lvl3pPr defTabSz="2311906">
              <a:lnSpc>
                <a:spcPct val="90000"/>
              </a:lnSpc>
              <a:spcBef>
                <a:spcPts val="1700"/>
              </a:spcBef>
              <a:defRPr spc="-50">
                <a:latin typeface="ヒラギノ角ゴ ProN W3"/>
                <a:ea typeface="ヒラギノ角ゴ ProN W3"/>
                <a:cs typeface="ヒラギノ角ゴ ProN W3"/>
                <a:sym typeface="ヒラギノ角ゴ ProN W3"/>
              </a:defRPr>
            </a:lvl3pPr>
            <a:lvl4pPr defTabSz="2311906">
              <a:lnSpc>
                <a:spcPct val="90000"/>
              </a:lnSpc>
              <a:spcBef>
                <a:spcPts val="1700"/>
              </a:spcBef>
              <a:defRPr spc="-50">
                <a:latin typeface="ヒラギノ角ゴ ProN W3"/>
                <a:ea typeface="ヒラギノ角ゴ ProN W3"/>
                <a:cs typeface="ヒラギノ角ゴ ProN W3"/>
                <a:sym typeface="ヒラギノ角ゴ ProN W3"/>
              </a:defRPr>
            </a:lvl4pPr>
            <a:lvl5pPr defTabSz="2311906">
              <a:lnSpc>
                <a:spcPct val="90000"/>
              </a:lnSpc>
              <a:spcBef>
                <a:spcPts val="1700"/>
              </a:spcBef>
              <a:defRPr spc="-50">
                <a:latin typeface="ヒラギノ角ゴ ProN W3"/>
                <a:ea typeface="ヒラギノ角ゴ ProN W3"/>
                <a:cs typeface="ヒラギノ角ゴ ProN W3"/>
                <a:sym typeface="ヒラギノ角ゴ ProN W3"/>
              </a:defRPr>
            </a:lvl5pPr>
          </a:lstStyle>
          <a:p>
            <a:r>
              <a:t>議題のトピック</a:t>
            </a:r>
          </a:p>
          <a:p>
            <a:pPr lvl="1"/>
            <a:endParaRPr/>
          </a:p>
          <a:p>
            <a:pPr lvl="2"/>
            <a:endParaRPr/>
          </a:p>
          <a:p>
            <a:pPr lvl="3"/>
            <a:endParaRPr/>
          </a:p>
          <a:p>
            <a:pPr lvl="4"/>
            <a:endParaRPr/>
          </a:p>
        </p:txBody>
      </p:sp>
      <p:sp>
        <p:nvSpPr>
          <p:cNvPr id="91"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ステートメント">
    <p:spTree>
      <p:nvGrpSpPr>
        <p:cNvPr id="1" name=""/>
        <p:cNvGrpSpPr/>
        <p:nvPr/>
      </p:nvGrpSpPr>
      <p:grpSpPr>
        <a:xfrm>
          <a:off x="0" y="0"/>
          <a:ext cx="0" cy="0"/>
          <a:chOff x="0" y="0"/>
          <a:chExt cx="0" cy="0"/>
        </a:xfrm>
      </p:grpSpPr>
      <p:sp>
        <p:nvSpPr>
          <p:cNvPr id="98" name="本文レベル1…"/>
          <p:cNvSpPr txBox="1">
            <a:spLocks noGrp="1"/>
          </p:cNvSpPr>
          <p:nvPr>
            <p:ph type="body" sz="quarter" idx="1" hasCustomPrompt="1"/>
          </p:nvPr>
        </p:nvSpPr>
        <p:spPr>
          <a:xfrm>
            <a:off x="523875" y="5521325"/>
            <a:ext cx="8705850" cy="1963341"/>
          </a:xfrm>
          <a:prstGeom prst="rect">
            <a:avLst/>
          </a:prstGeom>
        </p:spPr>
        <p:txBody>
          <a:bodyPr anchor="ctr"/>
          <a:lstStyle>
            <a:lvl1pPr algn="ctr" defTabSz="2311906">
              <a:lnSpc>
                <a:spcPct val="80000"/>
              </a:lnSpc>
              <a:defRPr sz="10800" spc="-215">
                <a:latin typeface="ヒラギノ角ゴ ProN W3"/>
                <a:ea typeface="ヒラギノ角ゴ ProN W3"/>
                <a:cs typeface="ヒラギノ角ゴ ProN W3"/>
                <a:sym typeface="ヒラギノ角ゴ ProN W3"/>
              </a:defRPr>
            </a:lvl1pPr>
            <a:lvl2pPr algn="ctr" defTabSz="2311906">
              <a:lnSpc>
                <a:spcPct val="80000"/>
              </a:lnSpc>
              <a:defRPr sz="10800" spc="-215">
                <a:latin typeface="ヒラギノ角ゴ ProN W3"/>
                <a:ea typeface="ヒラギノ角ゴ ProN W3"/>
                <a:cs typeface="ヒラギノ角ゴ ProN W3"/>
                <a:sym typeface="ヒラギノ角ゴ ProN W3"/>
              </a:defRPr>
            </a:lvl2pPr>
            <a:lvl3pPr algn="ctr" defTabSz="2311906">
              <a:lnSpc>
                <a:spcPct val="80000"/>
              </a:lnSpc>
              <a:defRPr sz="10800" spc="-215">
                <a:latin typeface="ヒラギノ角ゴ ProN W3"/>
                <a:ea typeface="ヒラギノ角ゴ ProN W3"/>
                <a:cs typeface="ヒラギノ角ゴ ProN W3"/>
                <a:sym typeface="ヒラギノ角ゴ ProN W3"/>
              </a:defRPr>
            </a:lvl3pPr>
            <a:lvl4pPr algn="ctr" defTabSz="2311906">
              <a:lnSpc>
                <a:spcPct val="80000"/>
              </a:lnSpc>
              <a:defRPr sz="10800" spc="-215">
                <a:latin typeface="ヒラギノ角ゴ ProN W3"/>
                <a:ea typeface="ヒラギノ角ゴ ProN W3"/>
                <a:cs typeface="ヒラギノ角ゴ ProN W3"/>
                <a:sym typeface="ヒラギノ角ゴ ProN W3"/>
              </a:defRPr>
            </a:lvl4pPr>
            <a:lvl5pPr algn="ctr" defTabSz="2311906">
              <a:lnSpc>
                <a:spcPct val="80000"/>
              </a:lnSpc>
              <a:defRPr sz="10800" spc="-215">
                <a:latin typeface="ヒラギノ角ゴ ProN W3"/>
                <a:ea typeface="ヒラギノ角ゴ ProN W3"/>
                <a:cs typeface="ヒラギノ角ゴ ProN W3"/>
                <a:sym typeface="ヒラギノ角ゴ ProN W3"/>
              </a:defRPr>
            </a:lvl5pPr>
          </a:lstStyle>
          <a:p>
            <a:r>
              <a:t>ステートメント</a:t>
            </a:r>
          </a:p>
          <a:p>
            <a:pPr lvl="1"/>
            <a:endParaRPr/>
          </a:p>
          <a:p>
            <a:pPr lvl="2"/>
            <a:endParaRPr/>
          </a:p>
          <a:p>
            <a:pPr lvl="3"/>
            <a:endParaRPr/>
          </a:p>
          <a:p>
            <a:pPr lvl="4"/>
            <a:endParaRPr/>
          </a:p>
        </p:txBody>
      </p:sp>
      <p:sp>
        <p:nvSpPr>
          <p:cNvPr id="99"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ビッグファクト">
    <p:spTree>
      <p:nvGrpSpPr>
        <p:cNvPr id="1" name=""/>
        <p:cNvGrpSpPr/>
        <p:nvPr/>
      </p:nvGrpSpPr>
      <p:grpSpPr>
        <a:xfrm>
          <a:off x="0" y="0"/>
          <a:ext cx="0" cy="0"/>
          <a:chOff x="0" y="0"/>
          <a:chExt cx="0" cy="0"/>
        </a:xfrm>
      </p:grpSpPr>
      <p:sp>
        <p:nvSpPr>
          <p:cNvPr id="106" name="ファクト情報"/>
          <p:cNvSpPr txBox="1">
            <a:spLocks noGrp="1"/>
          </p:cNvSpPr>
          <p:nvPr>
            <p:ph type="body" sz="quarter" idx="21" hasCustomPrompt="1"/>
          </p:nvPr>
        </p:nvSpPr>
        <p:spPr>
          <a:xfrm>
            <a:off x="523875" y="7502284"/>
            <a:ext cx="8705850" cy="503852"/>
          </a:xfrm>
          <a:prstGeom prst="rect">
            <a:avLst/>
          </a:prstGeom>
        </p:spPr>
        <p:txBody>
          <a:bodyPr/>
          <a:lstStyle>
            <a:lvl1pPr algn="ctr" defTabSz="1595215">
              <a:defRPr sz="3450"/>
            </a:lvl1pPr>
          </a:lstStyle>
          <a:p>
            <a:r>
              <a:t>ファクト情報</a:t>
            </a:r>
          </a:p>
        </p:txBody>
      </p:sp>
      <p:sp>
        <p:nvSpPr>
          <p:cNvPr id="107" name="本文レベル1…"/>
          <p:cNvSpPr txBox="1">
            <a:spLocks noGrp="1"/>
          </p:cNvSpPr>
          <p:nvPr>
            <p:ph type="body" sz="half" idx="1" hasCustomPrompt="1"/>
          </p:nvPr>
        </p:nvSpPr>
        <p:spPr>
          <a:xfrm>
            <a:off x="523875" y="3594100"/>
            <a:ext cx="8705850" cy="3908185"/>
          </a:xfrm>
          <a:prstGeom prst="rect">
            <a:avLst/>
          </a:prstGeom>
        </p:spPr>
        <p:txBody>
          <a:bodyPr anchor="b"/>
          <a:lstStyle>
            <a:lvl1pPr algn="ctr" defTabSz="2311906">
              <a:lnSpc>
                <a:spcPct val="80000"/>
              </a:lnSpc>
              <a:defRPr sz="23400" spc="-233"/>
            </a:lvl1pPr>
            <a:lvl2pPr algn="ctr" defTabSz="2311906">
              <a:lnSpc>
                <a:spcPct val="80000"/>
              </a:lnSpc>
              <a:defRPr sz="23400" spc="-233"/>
            </a:lvl2pPr>
            <a:lvl3pPr algn="ctr" defTabSz="2311906">
              <a:lnSpc>
                <a:spcPct val="80000"/>
              </a:lnSpc>
              <a:defRPr sz="23400" spc="-233"/>
            </a:lvl3pPr>
            <a:lvl4pPr algn="ctr" defTabSz="2311906">
              <a:lnSpc>
                <a:spcPct val="80000"/>
              </a:lnSpc>
              <a:defRPr sz="23400" spc="-233"/>
            </a:lvl4pPr>
            <a:lvl5pPr algn="ctr" defTabSz="2311906">
              <a:lnSpc>
                <a:spcPct val="80000"/>
              </a:lnSpc>
              <a:defRPr sz="23400" spc="-233"/>
            </a:lvl5pPr>
          </a:lstStyle>
          <a:p>
            <a:r>
              <a:t>100%</a:t>
            </a:r>
          </a:p>
          <a:p>
            <a:pPr lvl="1"/>
            <a:endParaRPr/>
          </a:p>
          <a:p>
            <a:pPr lvl="2"/>
            <a:endParaRPr/>
          </a:p>
          <a:p>
            <a:pPr lvl="3"/>
            <a:endParaRPr/>
          </a:p>
          <a:p>
            <a:pPr lvl="4"/>
            <a:endParaRPr/>
          </a:p>
        </p:txBody>
      </p:sp>
      <p:sp>
        <p:nvSpPr>
          <p:cNvPr id="108"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引用">
    <p:spTree>
      <p:nvGrpSpPr>
        <p:cNvPr id="1" name=""/>
        <p:cNvGrpSpPr/>
        <p:nvPr/>
      </p:nvGrpSpPr>
      <p:grpSpPr>
        <a:xfrm>
          <a:off x="0" y="0"/>
          <a:ext cx="0" cy="0"/>
          <a:chOff x="0" y="0"/>
          <a:chExt cx="0" cy="0"/>
        </a:xfrm>
      </p:grpSpPr>
      <p:sp>
        <p:nvSpPr>
          <p:cNvPr id="115" name="本文レベル1…"/>
          <p:cNvSpPr txBox="1">
            <a:spLocks noGrp="1"/>
          </p:cNvSpPr>
          <p:nvPr>
            <p:ph type="body" sz="quarter" idx="1" hasCustomPrompt="1"/>
          </p:nvPr>
        </p:nvSpPr>
        <p:spPr>
          <a:xfrm>
            <a:off x="552450" y="5635625"/>
            <a:ext cx="8648700" cy="1743075"/>
          </a:xfrm>
          <a:prstGeom prst="rect">
            <a:avLst/>
          </a:prstGeom>
        </p:spPr>
        <p:txBody>
          <a:bodyPr anchor="ctr"/>
          <a:lstStyle>
            <a:lvl1pPr marL="609600" indent="-457200" defTabSz="2311906">
              <a:lnSpc>
                <a:spcPct val="90000"/>
              </a:lnSpc>
              <a:defRPr sz="8000" spc="-159">
                <a:latin typeface="ヒラギノ角ゴ ProN W3"/>
                <a:ea typeface="ヒラギノ角ゴ ProN W3"/>
                <a:cs typeface="ヒラギノ角ゴ ProN W3"/>
                <a:sym typeface="ヒラギノ角ゴ ProN W3"/>
              </a:defRPr>
            </a:lvl1pPr>
            <a:lvl2pPr marL="609600" indent="0" defTabSz="2311906">
              <a:lnSpc>
                <a:spcPct val="90000"/>
              </a:lnSpc>
              <a:defRPr sz="8000" spc="-159">
                <a:latin typeface="ヒラギノ角ゴ ProN W3"/>
                <a:ea typeface="ヒラギノ角ゴ ProN W3"/>
                <a:cs typeface="ヒラギノ角ゴ ProN W3"/>
                <a:sym typeface="ヒラギノ角ゴ ProN W3"/>
              </a:defRPr>
            </a:lvl2pPr>
            <a:lvl3pPr marL="609600" indent="457200" defTabSz="2311906">
              <a:lnSpc>
                <a:spcPct val="90000"/>
              </a:lnSpc>
              <a:defRPr sz="8000" spc="-159">
                <a:latin typeface="ヒラギノ角ゴ ProN W3"/>
                <a:ea typeface="ヒラギノ角ゴ ProN W3"/>
                <a:cs typeface="ヒラギノ角ゴ ProN W3"/>
                <a:sym typeface="ヒラギノ角ゴ ProN W3"/>
              </a:defRPr>
            </a:lvl3pPr>
            <a:lvl4pPr marL="609600" indent="914400" defTabSz="2311906">
              <a:lnSpc>
                <a:spcPct val="90000"/>
              </a:lnSpc>
              <a:defRPr sz="8000" spc="-159">
                <a:latin typeface="ヒラギノ角ゴ ProN W3"/>
                <a:ea typeface="ヒラギノ角ゴ ProN W3"/>
                <a:cs typeface="ヒラギノ角ゴ ProN W3"/>
                <a:sym typeface="ヒラギノ角ゴ ProN W3"/>
              </a:defRPr>
            </a:lvl4pPr>
            <a:lvl5pPr marL="609600" indent="1371600" defTabSz="2311906">
              <a:lnSpc>
                <a:spcPct val="90000"/>
              </a:lnSpc>
              <a:defRPr sz="8000" spc="-159">
                <a:latin typeface="ヒラギノ角ゴ ProN W3"/>
                <a:ea typeface="ヒラギノ角ゴ ProN W3"/>
                <a:cs typeface="ヒラギノ角ゴ ProN W3"/>
                <a:sym typeface="ヒラギノ角ゴ ProN W3"/>
              </a:defRPr>
            </a:lvl5pPr>
          </a:lstStyle>
          <a:p>
            <a:r>
              <a:t>“重要な引用”</a:t>
            </a:r>
          </a:p>
          <a:p>
            <a:pPr lvl="1"/>
            <a:endParaRPr/>
          </a:p>
          <a:p>
            <a:pPr lvl="2"/>
            <a:endParaRPr/>
          </a:p>
          <a:p>
            <a:pPr lvl="3"/>
            <a:endParaRPr/>
          </a:p>
          <a:p>
            <a:pPr lvl="4"/>
            <a:endParaRPr/>
          </a:p>
        </p:txBody>
      </p:sp>
      <p:sp>
        <p:nvSpPr>
          <p:cNvPr id="116" name="属性"/>
          <p:cNvSpPr txBox="1">
            <a:spLocks noGrp="1"/>
          </p:cNvSpPr>
          <p:nvPr>
            <p:ph type="body" sz="quarter" idx="21" hasCustomPrompt="1"/>
          </p:nvPr>
        </p:nvSpPr>
        <p:spPr>
          <a:xfrm>
            <a:off x="914400" y="7664450"/>
            <a:ext cx="8286750" cy="345795"/>
          </a:xfrm>
          <a:prstGeom prst="rect">
            <a:avLst/>
          </a:prstGeom>
        </p:spPr>
        <p:txBody>
          <a:bodyPr/>
          <a:lstStyle>
            <a:lvl1pPr defTabSz="508752">
              <a:defRPr sz="2080"/>
            </a:lvl1pPr>
          </a:lstStyle>
          <a:p>
            <a:r>
              <a:t>属性</a:t>
            </a:r>
          </a:p>
        </p:txBody>
      </p:sp>
      <p:sp>
        <p:nvSpPr>
          <p:cNvPr id="117"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画像（3点）">
    <p:spTree>
      <p:nvGrpSpPr>
        <p:cNvPr id="1" name=""/>
        <p:cNvGrpSpPr/>
        <p:nvPr/>
      </p:nvGrpSpPr>
      <p:grpSpPr>
        <a:xfrm>
          <a:off x="0" y="0"/>
          <a:ext cx="0" cy="0"/>
          <a:chOff x="0" y="0"/>
          <a:chExt cx="0" cy="0"/>
        </a:xfrm>
      </p:grpSpPr>
      <p:sp>
        <p:nvSpPr>
          <p:cNvPr id="124" name="パセリバター、煎りヘーゼルナッツ、削ったパルメザンチーズがかかったパッパルデッレパスタ1皿"/>
          <p:cNvSpPr>
            <a:spLocks noGrp="1"/>
          </p:cNvSpPr>
          <p:nvPr>
            <p:ph type="pic" idx="21"/>
          </p:nvPr>
        </p:nvSpPr>
        <p:spPr>
          <a:xfrm>
            <a:off x="-1562100" y="3360468"/>
            <a:ext cx="8373892" cy="6280420"/>
          </a:xfrm>
          <a:prstGeom prst="rect">
            <a:avLst/>
          </a:prstGeom>
        </p:spPr>
        <p:txBody>
          <a:bodyPr lIns="91439" tIns="45719" rIns="91439" bIns="45719">
            <a:noAutofit/>
          </a:bodyPr>
          <a:lstStyle/>
          <a:p>
            <a:endParaRPr/>
          </a:p>
        </p:txBody>
      </p:sp>
      <p:sp>
        <p:nvSpPr>
          <p:cNvPr id="125" name="炒飯、ゆで卵、箸が添えられたボウル1杯のサラダ"/>
          <p:cNvSpPr>
            <a:spLocks noGrp="1"/>
          </p:cNvSpPr>
          <p:nvPr>
            <p:ph type="pic" sz="quarter" idx="22"/>
          </p:nvPr>
        </p:nvSpPr>
        <p:spPr>
          <a:xfrm>
            <a:off x="4948237" y="3063875"/>
            <a:ext cx="4305301" cy="3444241"/>
          </a:xfrm>
          <a:prstGeom prst="rect">
            <a:avLst/>
          </a:prstGeom>
        </p:spPr>
        <p:txBody>
          <a:bodyPr lIns="91439" tIns="45719" rIns="91439" bIns="45719">
            <a:noAutofit/>
          </a:bodyPr>
          <a:lstStyle/>
          <a:p>
            <a:endParaRPr/>
          </a:p>
        </p:txBody>
      </p:sp>
      <p:sp>
        <p:nvSpPr>
          <p:cNvPr id="126" name="サーモンケーキ、サラダ、フムスが入ったボウル"/>
          <p:cNvSpPr>
            <a:spLocks noGrp="1"/>
          </p:cNvSpPr>
          <p:nvPr>
            <p:ph type="pic" sz="half" idx="23"/>
          </p:nvPr>
        </p:nvSpPr>
        <p:spPr>
          <a:xfrm>
            <a:off x="3738562" y="4906860"/>
            <a:ext cx="5953126" cy="6928707"/>
          </a:xfrm>
          <a:prstGeom prst="rect">
            <a:avLst/>
          </a:prstGeom>
        </p:spPr>
        <p:txBody>
          <a:bodyPr lIns="91439" tIns="45719" rIns="91439" bIns="45719">
            <a:noAutofit/>
          </a:bodyPr>
          <a:lstStyle/>
          <a:p>
            <a:endParaRPr/>
          </a:p>
        </p:txBody>
      </p:sp>
      <p:sp>
        <p:nvSpPr>
          <p:cNvPr id="127"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写真">
    <p:spTree>
      <p:nvGrpSpPr>
        <p:cNvPr id="1" name=""/>
        <p:cNvGrpSpPr/>
        <p:nvPr/>
      </p:nvGrpSpPr>
      <p:grpSpPr>
        <a:xfrm>
          <a:off x="0" y="0"/>
          <a:ext cx="0" cy="0"/>
          <a:chOff x="0" y="0"/>
          <a:chExt cx="0" cy="0"/>
        </a:xfrm>
      </p:grpSpPr>
      <p:sp>
        <p:nvSpPr>
          <p:cNvPr id="134" name="炒飯、ゆで卵、箸が添えられたボウル1杯のサラダ"/>
          <p:cNvSpPr>
            <a:spLocks noGrp="1"/>
          </p:cNvSpPr>
          <p:nvPr>
            <p:ph type="pic" idx="21"/>
          </p:nvPr>
        </p:nvSpPr>
        <p:spPr>
          <a:xfrm>
            <a:off x="-762000" y="2054225"/>
            <a:ext cx="10820400" cy="8656320"/>
          </a:xfrm>
          <a:prstGeom prst="rect">
            <a:avLst/>
          </a:prstGeom>
        </p:spPr>
        <p:txBody>
          <a:bodyPr lIns="91439" tIns="45719" rIns="91439" bIns="45719">
            <a:noAutofit/>
          </a:bodyPr>
          <a:lstStyle/>
          <a:p>
            <a:endParaRPr/>
          </a:p>
        </p:txBody>
      </p:sp>
      <p:sp>
        <p:nvSpPr>
          <p:cNvPr id="135" name="スライド番号"/>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
        <p:nvSpPr>
          <p:cNvPr id="142" name="スライド番号"/>
          <p:cNvSpPr txBox="1">
            <a:spLocks noGrp="1"/>
          </p:cNvSpPr>
          <p:nvPr>
            <p:ph type="sldNum" sz="quarter" idx="2"/>
          </p:nvPr>
        </p:nvSpPr>
        <p:spPr>
          <a:xfrm>
            <a:off x="4696307" y="9696157"/>
            <a:ext cx="355906" cy="279401"/>
          </a:xfrm>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プレゼンテーションのタイトル"/>
          <p:cNvSpPr txBox="1">
            <a:spLocks noGrp="1"/>
          </p:cNvSpPr>
          <p:nvPr>
            <p:ph type="title" hasCustomPrompt="1"/>
          </p:nvPr>
        </p:nvSpPr>
        <p:spPr>
          <a:xfrm>
            <a:off x="523875" y="4235450"/>
            <a:ext cx="8706793" cy="2476500"/>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b">
            <a:normAutofit/>
          </a:bodyPr>
          <a:lstStyle/>
          <a:p>
            <a:r>
              <a:t>プレゼンテーションのタイトル</a:t>
            </a:r>
          </a:p>
        </p:txBody>
      </p:sp>
      <p:sp>
        <p:nvSpPr>
          <p:cNvPr id="3" name="本文レベル1…"/>
          <p:cNvSpPr txBox="1">
            <a:spLocks noGrp="1"/>
          </p:cNvSpPr>
          <p:nvPr>
            <p:ph type="body" idx="1" hasCustomPrompt="1"/>
          </p:nvPr>
        </p:nvSpPr>
        <p:spPr>
          <a:xfrm>
            <a:off x="523875" y="6673850"/>
            <a:ext cx="8705850" cy="1092300"/>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ormAutofit/>
          </a:bodyPr>
          <a:lstStyle/>
          <a:p>
            <a:r>
              <a:t>プレゼンテーションのサブタイトル</a:t>
            </a:r>
          </a:p>
          <a:p>
            <a:pPr lvl="1"/>
            <a:endParaRPr/>
          </a:p>
          <a:p>
            <a:pPr lvl="2"/>
            <a:endParaRPr/>
          </a:p>
          <a:p>
            <a:pPr lvl="3"/>
            <a:endParaRPr/>
          </a:p>
          <a:p>
            <a:pPr lvl="4"/>
            <a:endParaRPr/>
          </a:p>
        </p:txBody>
      </p:sp>
      <p:sp>
        <p:nvSpPr>
          <p:cNvPr id="4" name="スライド番号"/>
          <p:cNvSpPr txBox="1">
            <a:spLocks noGrp="1"/>
          </p:cNvSpPr>
          <p:nvPr>
            <p:ph type="sldNum" sz="quarter" idx="2"/>
          </p:nvPr>
        </p:nvSpPr>
        <p:spPr>
          <a:xfrm>
            <a:off x="4698847" y="9696157"/>
            <a:ext cx="355906" cy="279401"/>
          </a:xfrm>
          <a:prstGeom prst="rect">
            <a:avLst/>
          </a:prstGeom>
          <a:ln w="3175">
            <a:miter lim="400000"/>
          </a:ln>
        </p:spPr>
        <p:txBody>
          <a:bodyPr wrap="none" lIns="38100" tIns="38100" rIns="38100" bIns="38100" anchor="b">
            <a:spAutoFit/>
          </a:bodyPr>
          <a:lstStyle>
            <a:lvl1pPr defTabSz="778933">
              <a:defRPr sz="1600">
                <a:solidFill>
                  <a:srgbClr val="000000"/>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med"/>
  <p:txStyles>
    <p:titleStyle>
      <a:lvl1pPr marL="0" marR="0" indent="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1pPr>
      <a:lvl2pPr marL="0" marR="0" indent="4572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2pPr>
      <a:lvl3pPr marL="0" marR="0" indent="9144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3pPr>
      <a:lvl4pPr marL="0" marR="0" indent="13716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4pPr>
      <a:lvl5pPr marL="0" marR="0" indent="18288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5pPr>
      <a:lvl6pPr marL="0" marR="0" indent="22860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6pPr>
      <a:lvl7pPr marL="0" marR="0" indent="27432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7pPr>
      <a:lvl8pPr marL="0" marR="0" indent="32004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8pPr>
      <a:lvl9pPr marL="0" marR="0" indent="3657600" algn="l" defTabSz="2311906" rtl="0" latinLnBrk="0">
        <a:lnSpc>
          <a:spcPct val="80000"/>
        </a:lnSpc>
        <a:spcBef>
          <a:spcPts val="0"/>
        </a:spcBef>
        <a:spcAft>
          <a:spcPts val="0"/>
        </a:spcAft>
        <a:buClrTx/>
        <a:buSzTx/>
        <a:buFontTx/>
        <a:buNone/>
        <a:tabLst/>
        <a:defRPr sz="10800" b="0" i="0" u="none" strike="noStrike" cap="none" spc="-215" baseline="0">
          <a:solidFill>
            <a:srgbClr val="000000"/>
          </a:solidFill>
          <a:uFillTx/>
          <a:latin typeface="+mn-lt"/>
          <a:ea typeface="+mn-ea"/>
          <a:cs typeface="+mn-cs"/>
          <a:sym typeface="ヒラギノ角ゴ ProN W6"/>
        </a:defRPr>
      </a:lvl9pPr>
    </p:titleStyle>
    <p:bodyStyle>
      <a:lvl1pPr marL="0" marR="0" indent="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1pPr>
      <a:lvl2pPr marL="0" marR="0" indent="4572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2pPr>
      <a:lvl3pPr marL="0" marR="0" indent="9144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3pPr>
      <a:lvl4pPr marL="0" marR="0" indent="13716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4pPr>
      <a:lvl5pPr marL="0" marR="0" indent="18288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5pPr>
      <a:lvl6pPr marL="0" marR="0" indent="22860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6pPr>
      <a:lvl7pPr marL="0" marR="0" indent="27432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7pPr>
      <a:lvl8pPr marL="0" marR="0" indent="32004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8pPr>
      <a:lvl9pPr marL="0" marR="0" indent="3657600" algn="l" defTabSz="782696" rtl="0" latinLnBrk="0">
        <a:lnSpc>
          <a:spcPct val="100000"/>
        </a:lnSpc>
        <a:spcBef>
          <a:spcPts val="0"/>
        </a:spcBef>
        <a:spcAft>
          <a:spcPts val="0"/>
        </a:spcAft>
        <a:buClrTx/>
        <a:buSzTx/>
        <a:buFontTx/>
        <a:buNone/>
        <a:tabLst/>
        <a:defRPr sz="5000" b="0" i="0" u="none" strike="noStrike" cap="none" spc="0" baseline="0">
          <a:solidFill>
            <a:srgbClr val="000000"/>
          </a:solidFill>
          <a:uFillTx/>
          <a:latin typeface="+mn-lt"/>
          <a:ea typeface="+mn-ea"/>
          <a:cs typeface="+mn-cs"/>
          <a:sym typeface="ヒラギノ角ゴ ProN W6"/>
        </a:defRPr>
      </a:lvl9pPr>
    </p:bodyStyle>
    <p:otherStyle>
      <a:lvl1pPr marL="0" marR="0" indent="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1pPr>
      <a:lvl2pPr marL="0" marR="0" indent="4572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2pPr>
      <a:lvl3pPr marL="0" marR="0" indent="9144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3pPr>
      <a:lvl4pPr marL="0" marR="0" indent="13716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4pPr>
      <a:lvl5pPr marL="0" marR="0" indent="18288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5pPr>
      <a:lvl6pPr marL="0" marR="0" indent="22860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6pPr>
      <a:lvl7pPr marL="0" marR="0" indent="27432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7pPr>
      <a:lvl8pPr marL="0" marR="0" indent="32004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8pPr>
      <a:lvl9pPr marL="0" marR="0" indent="3657600" algn="ctr" defTabSz="778933"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ヒラギノ角ゴ ProN W3"/>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1" name="からだアシストpng.png" descr="からだアシストpng.png"/>
          <p:cNvPicPr>
            <a:picLocks noChangeAspect="1"/>
          </p:cNvPicPr>
          <p:nvPr/>
        </p:nvPicPr>
        <p:blipFill>
          <a:blip r:embed="rId2"/>
          <a:srcRect t="30930" b="41703"/>
          <a:stretch>
            <a:fillRect/>
          </a:stretch>
        </p:blipFill>
        <p:spPr>
          <a:xfrm>
            <a:off x="7007454" y="12294187"/>
            <a:ext cx="2350476" cy="482413"/>
          </a:xfrm>
          <a:prstGeom prst="rect">
            <a:avLst/>
          </a:prstGeom>
          <a:ln w="3175">
            <a:miter lim="400000"/>
          </a:ln>
        </p:spPr>
      </p:pic>
      <p:sp>
        <p:nvSpPr>
          <p:cNvPr id="195" name="情報共有シート"/>
          <p:cNvSpPr txBox="1"/>
          <p:nvPr/>
        </p:nvSpPr>
        <p:spPr>
          <a:xfrm>
            <a:off x="3943350" y="331868"/>
            <a:ext cx="1866900" cy="3302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a:solidFill>
                  <a:srgbClr val="212121"/>
                </a:solidFill>
                <a:latin typeface="+mn-lt"/>
                <a:ea typeface="+mn-ea"/>
                <a:cs typeface="+mn-cs"/>
                <a:sym typeface="ヒラギノ角ゴ ProN W6"/>
              </a:defRPr>
            </a:lvl1pPr>
          </a:lstStyle>
          <a:p>
            <a:r>
              <a:t>情報共有シート</a:t>
            </a:r>
          </a:p>
        </p:txBody>
      </p:sp>
      <p:graphicFrame>
        <p:nvGraphicFramePr>
          <p:cNvPr id="196" name="表1"/>
          <p:cNvGraphicFramePr/>
          <p:nvPr>
            <p:extLst>
              <p:ext uri="{D42A27DB-BD31-4B8C-83A1-F6EECF244321}">
                <p14:modId xmlns:p14="http://schemas.microsoft.com/office/powerpoint/2010/main" val="1985591159"/>
              </p:ext>
            </p:extLst>
          </p:nvPr>
        </p:nvGraphicFramePr>
        <p:xfrm>
          <a:off x="525462" y="2111039"/>
          <a:ext cx="8702675" cy="1335780"/>
        </p:xfrm>
        <a:graphic>
          <a:graphicData uri="http://schemas.openxmlformats.org/drawingml/2006/table">
            <a:tbl>
              <a:tblPr>
                <a:tableStyleId>{4C3C2611-4C71-4FC5-86AE-919BDF0F9419}</a:tableStyleId>
              </a:tblPr>
              <a:tblGrid>
                <a:gridCol w="8702675">
                  <a:extLst>
                    <a:ext uri="{9D8B030D-6E8A-4147-A177-3AD203B41FA5}">
                      <a16:colId xmlns:a16="http://schemas.microsoft.com/office/drawing/2014/main" val="20000"/>
                    </a:ext>
                  </a:extLst>
                </a:gridCol>
              </a:tblGrid>
              <a:tr h="1335780">
                <a:tc>
                  <a:txBody>
                    <a:bodyPr/>
                    <a:lstStyle/>
                    <a:p>
                      <a:pPr algn="l" defTabSz="457200">
                        <a:defRPr sz="1400"/>
                      </a:pPr>
                      <a:r>
                        <a:rPr lang="en" dirty="0"/>
                        <a:t>{{</a:t>
                      </a:r>
                      <a:r>
                        <a:rPr lang="en" dirty="0" err="1"/>
                        <a:t>body_status</a:t>
                      </a:r>
                      <a:r>
                        <a:rPr lang="en" dirty="0"/>
                        <a:t>}}</a:t>
                      </a:r>
                      <a:endParaRPr dirty="0"/>
                    </a:p>
                  </a:txBody>
                  <a:tcPr marL="50800" marR="50800" marT="50800" marB="50800" anchor="ctr" horzOverflow="overflow">
                    <a:lnL w="6350">
                      <a:solidFill>
                        <a:srgbClr val="000000"/>
                      </a:solidFill>
                      <a:miter lim="400000"/>
                    </a:lnL>
                    <a:lnR w="6350">
                      <a:solidFill>
                        <a:srgbClr val="000000"/>
                      </a:solidFill>
                      <a:miter lim="400000"/>
                    </a:lnR>
                    <a:lnT w="6350">
                      <a:solidFill>
                        <a:srgbClr val="000000"/>
                      </a:solidFill>
                      <a:miter lim="400000"/>
                    </a:lnT>
                    <a:lnB w="6350">
                      <a:solidFill>
                        <a:srgbClr val="000000"/>
                      </a:solidFill>
                      <a:miter lim="400000"/>
                    </a:lnB>
                  </a:tcPr>
                </a:tc>
                <a:extLst>
                  <a:ext uri="{0D108BD9-81ED-4DB2-BD59-A6C34878D82A}">
                    <a16:rowId xmlns:a16="http://schemas.microsoft.com/office/drawing/2014/main" val="10000"/>
                  </a:ext>
                </a:extLst>
              </a:tr>
            </a:tbl>
          </a:graphicData>
        </a:graphic>
      </p:graphicFrame>
      <p:sp>
        <p:nvSpPr>
          <p:cNvPr id="197" name="１．現在の身体状況、治療目的"/>
          <p:cNvSpPr txBox="1"/>
          <p:nvPr/>
        </p:nvSpPr>
        <p:spPr>
          <a:xfrm>
            <a:off x="520113" y="1829832"/>
            <a:ext cx="2933701" cy="279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sz="1600">
                <a:solidFill>
                  <a:srgbClr val="212121"/>
                </a:solidFill>
              </a:defRPr>
            </a:lvl1pPr>
          </a:lstStyle>
          <a:p>
            <a:r>
              <a:t>１．現在の身体状況、治療目的</a:t>
            </a:r>
          </a:p>
        </p:txBody>
      </p:sp>
      <p:graphicFrame>
        <p:nvGraphicFramePr>
          <p:cNvPr id="198" name="表1-1"/>
          <p:cNvGraphicFramePr/>
          <p:nvPr>
            <p:extLst>
              <p:ext uri="{D42A27DB-BD31-4B8C-83A1-F6EECF244321}">
                <p14:modId xmlns:p14="http://schemas.microsoft.com/office/powerpoint/2010/main" val="1131828797"/>
              </p:ext>
            </p:extLst>
          </p:nvPr>
        </p:nvGraphicFramePr>
        <p:xfrm>
          <a:off x="525462" y="3736090"/>
          <a:ext cx="8702675" cy="1069080"/>
        </p:xfrm>
        <a:graphic>
          <a:graphicData uri="http://schemas.openxmlformats.org/drawingml/2006/table">
            <a:tbl>
              <a:tblPr>
                <a:tableStyleId>{4C3C2611-4C71-4FC5-86AE-919BDF0F9419}</a:tableStyleId>
              </a:tblPr>
              <a:tblGrid>
                <a:gridCol w="8702675">
                  <a:extLst>
                    <a:ext uri="{9D8B030D-6E8A-4147-A177-3AD203B41FA5}">
                      <a16:colId xmlns:a16="http://schemas.microsoft.com/office/drawing/2014/main" val="20000"/>
                    </a:ext>
                  </a:extLst>
                </a:gridCol>
              </a:tblGrid>
              <a:tr h="1069080">
                <a:tc>
                  <a:txBody>
                    <a:bodyPr/>
                    <a:lstStyle/>
                    <a:p>
                      <a:pPr algn="l" defTabSz="457200">
                        <a:defRPr sz="1400"/>
                      </a:pPr>
                      <a:r>
                        <a:rPr lang="en" dirty="0"/>
                        <a:t>{{</a:t>
                      </a:r>
                      <a:r>
                        <a:rPr lang="en" dirty="0" err="1"/>
                        <a:t>recent_state</a:t>
                      </a:r>
                      <a:r>
                        <a:rPr lang="en" dirty="0"/>
                        <a:t>}}</a:t>
                      </a:r>
                      <a:endParaRPr dirty="0"/>
                    </a:p>
                  </a:txBody>
                  <a:tcPr marL="50800" marR="50800" marT="50800" marB="50800" anchor="ctr" horzOverflow="overflow">
                    <a:lnL w="6350">
                      <a:solidFill>
                        <a:srgbClr val="000000"/>
                      </a:solidFill>
                      <a:miter lim="400000"/>
                    </a:lnL>
                    <a:lnR w="6350">
                      <a:solidFill>
                        <a:srgbClr val="000000"/>
                      </a:solidFill>
                      <a:miter lim="400000"/>
                    </a:lnR>
                    <a:lnT w="6350">
                      <a:solidFill>
                        <a:srgbClr val="000000"/>
                      </a:solidFill>
                      <a:miter lim="400000"/>
                    </a:lnT>
                    <a:lnB w="6350">
                      <a:solidFill>
                        <a:srgbClr val="000000"/>
                      </a:solidFill>
                      <a:miter lim="400000"/>
                    </a:lnB>
                  </a:tcPr>
                </a:tc>
                <a:extLst>
                  <a:ext uri="{0D108BD9-81ED-4DB2-BD59-A6C34878D82A}">
                    <a16:rowId xmlns:a16="http://schemas.microsoft.com/office/drawing/2014/main" val="10000"/>
                  </a:ext>
                </a:extLst>
              </a:tr>
            </a:tbl>
          </a:graphicData>
        </a:graphic>
      </p:graphicFrame>
      <p:sp>
        <p:nvSpPr>
          <p:cNvPr id="199" name="２．最近のご様子"/>
          <p:cNvSpPr txBox="1"/>
          <p:nvPr/>
        </p:nvSpPr>
        <p:spPr>
          <a:xfrm>
            <a:off x="520113" y="3448627"/>
            <a:ext cx="1714501" cy="2794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a:defRPr sz="1600">
                <a:solidFill>
                  <a:srgbClr val="212121"/>
                </a:solidFill>
              </a:defRPr>
            </a:lvl1pPr>
          </a:lstStyle>
          <a:p>
            <a:r>
              <a:t>２．最近のご様子</a:t>
            </a:r>
          </a:p>
        </p:txBody>
      </p:sp>
      <p:sp>
        <p:nvSpPr>
          <p:cNvPr id="200" name="※本シートは施術時に拝見できた情報を共有できればと思い作成しております。今後書式など変更の可能性があります。…"/>
          <p:cNvSpPr txBox="1"/>
          <p:nvPr/>
        </p:nvSpPr>
        <p:spPr>
          <a:xfrm>
            <a:off x="508510" y="11959753"/>
            <a:ext cx="8278877" cy="4572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p>
            <a:pPr algn="l">
              <a:defRPr sz="1200">
                <a:solidFill>
                  <a:srgbClr val="212121"/>
                </a:solidFill>
              </a:defRPr>
            </a:pPr>
            <a:r>
              <a:t>※本シートは施術時に拝見できた情報を共有できればと思い作成しております。今後書式など変更の可能性があります。</a:t>
            </a:r>
          </a:p>
          <a:p>
            <a:pPr algn="l">
              <a:defRPr sz="1200">
                <a:solidFill>
                  <a:srgbClr val="212121"/>
                </a:solidFill>
              </a:defRPr>
            </a:pPr>
            <a:r>
              <a:t>※本シートは担当ケアマネジャー様にも共有しております。</a:t>
            </a:r>
          </a:p>
        </p:txBody>
      </p:sp>
      <p:sp>
        <p:nvSpPr>
          <p:cNvPr id="203" name="コールアウト"/>
          <p:cNvSpPr/>
          <p:nvPr/>
        </p:nvSpPr>
        <p:spPr>
          <a:xfrm>
            <a:off x="7308262" y="6093568"/>
            <a:ext cx="1980804" cy="1881850"/>
          </a:xfrm>
          <a:custGeom>
            <a:avLst/>
            <a:gdLst/>
            <a:ahLst/>
            <a:cxnLst>
              <a:cxn ang="0">
                <a:pos x="wd2" y="hd2"/>
              </a:cxn>
              <a:cxn ang="5400000">
                <a:pos x="wd2" y="hd2"/>
              </a:cxn>
              <a:cxn ang="10800000">
                <a:pos x="wd2" y="hd2"/>
              </a:cxn>
              <a:cxn ang="16200000">
                <a:pos x="wd2" y="hd2"/>
              </a:cxn>
            </a:cxnLst>
            <a:rect l="0" t="0" r="r" b="b"/>
            <a:pathLst>
              <a:path w="21600" h="21600" extrusionOk="0">
                <a:moveTo>
                  <a:pt x="0" y="15714"/>
                </a:moveTo>
                <a:lnTo>
                  <a:pt x="0" y="5886"/>
                </a:lnTo>
                <a:cubicBezTo>
                  <a:pt x="0" y="2635"/>
                  <a:pt x="2504" y="0"/>
                  <a:pt x="5592" y="0"/>
                </a:cubicBezTo>
                <a:lnTo>
                  <a:pt x="16008" y="0"/>
                </a:lnTo>
                <a:cubicBezTo>
                  <a:pt x="19096" y="0"/>
                  <a:pt x="21600" y="2635"/>
                  <a:pt x="21600" y="5886"/>
                </a:cubicBezTo>
                <a:lnTo>
                  <a:pt x="21600" y="15714"/>
                </a:lnTo>
                <a:cubicBezTo>
                  <a:pt x="21600" y="18965"/>
                  <a:pt x="19096" y="21600"/>
                  <a:pt x="16008" y="21600"/>
                </a:cubicBezTo>
                <a:lnTo>
                  <a:pt x="5592" y="21600"/>
                </a:lnTo>
                <a:cubicBezTo>
                  <a:pt x="2504" y="21600"/>
                  <a:pt x="0" y="18965"/>
                  <a:pt x="0" y="15714"/>
                </a:cubicBezTo>
                <a:close/>
              </a:path>
            </a:pathLst>
          </a:custGeom>
          <a:ln w="25400">
            <a:solidFill>
              <a:srgbClr val="000000"/>
            </a:solidFill>
            <a:miter lim="400000"/>
          </a:ln>
        </p:spPr>
        <p:txBody>
          <a:bodyPr lIns="38100" tIns="38100" rIns="38100" bIns="38100" anchor="ctr"/>
          <a:lstStyle/>
          <a:p>
            <a:pPr defTabSz="778933">
              <a:defRPr sz="2800">
                <a:solidFill>
                  <a:srgbClr val="FFFFFF"/>
                </a:solidFill>
              </a:defRPr>
            </a:pPr>
            <a:endParaRPr/>
          </a:p>
        </p:txBody>
      </p:sp>
      <p:sp>
        <p:nvSpPr>
          <p:cNvPr id="204" name="動画は本シートに…"/>
          <p:cNvSpPr txBox="1"/>
          <p:nvPr/>
        </p:nvSpPr>
        <p:spPr>
          <a:xfrm>
            <a:off x="7549165" y="6417554"/>
            <a:ext cx="1739901" cy="1517650"/>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spAutoFit/>
          </a:bodyPr>
          <a:lstStyle/>
          <a:p>
            <a:pPr algn="l">
              <a:defRPr sz="1300">
                <a:solidFill>
                  <a:srgbClr val="212121"/>
                </a:solidFill>
              </a:defRPr>
            </a:pPr>
            <a:r>
              <a:t>動画は本シートに</a:t>
            </a:r>
          </a:p>
          <a:p>
            <a:pPr algn="l">
              <a:defRPr sz="1300">
                <a:solidFill>
                  <a:srgbClr val="212121"/>
                </a:solidFill>
              </a:defRPr>
            </a:pPr>
            <a:r>
              <a:t>記載の</a:t>
            </a:r>
            <a:r>
              <a:rPr u="sng"/>
              <a:t>QRコード</a:t>
            </a:r>
          </a:p>
          <a:p>
            <a:pPr algn="l">
              <a:defRPr sz="1300" u="sng">
                <a:solidFill>
                  <a:srgbClr val="212121"/>
                </a:solidFill>
              </a:defRPr>
            </a:pPr>
            <a:r>
              <a:t>またはURLからのみ</a:t>
            </a:r>
          </a:p>
          <a:p>
            <a:pPr algn="l">
              <a:defRPr sz="1300">
                <a:solidFill>
                  <a:srgbClr val="212121"/>
                </a:solidFill>
              </a:defRPr>
            </a:pPr>
            <a:r>
              <a:rPr u="sng"/>
              <a:t>視聴できます</a:t>
            </a:r>
            <a:r>
              <a:t>ので、</a:t>
            </a:r>
          </a:p>
          <a:p>
            <a:pPr algn="l">
              <a:defRPr sz="1300">
                <a:solidFill>
                  <a:srgbClr val="212121"/>
                </a:solidFill>
              </a:defRPr>
            </a:pPr>
            <a:r>
              <a:t>他の方が視聴すること</a:t>
            </a:r>
          </a:p>
          <a:p>
            <a:pPr algn="l">
              <a:defRPr sz="1300">
                <a:solidFill>
                  <a:srgbClr val="212121"/>
                </a:solidFill>
              </a:defRPr>
            </a:pPr>
            <a:r>
              <a:t>はありません。</a:t>
            </a:r>
          </a:p>
        </p:txBody>
      </p:sp>
      <p:pic>
        <p:nvPicPr>
          <p:cNvPr id="205" name="denkyuu_on.png" descr="denkyuu_on.png"/>
          <p:cNvPicPr>
            <a:picLocks noChangeAspect="1"/>
          </p:cNvPicPr>
          <p:nvPr/>
        </p:nvPicPr>
        <p:blipFill>
          <a:blip r:embed="rId3"/>
          <a:stretch>
            <a:fillRect/>
          </a:stretch>
        </p:blipFill>
        <p:spPr>
          <a:xfrm rot="540000">
            <a:off x="8871374" y="5920027"/>
            <a:ext cx="630344" cy="779271"/>
          </a:xfrm>
          <a:prstGeom prst="rect">
            <a:avLst/>
          </a:prstGeom>
          <a:ln w="3175">
            <a:miter lim="400000"/>
          </a:ln>
        </p:spPr>
      </p:pic>
      <p:sp>
        <p:nvSpPr>
          <p:cNvPr id="206" name="※再生時間が短い場合はショート再生となりますが、限定公開ですのでご安心ください。"/>
          <p:cNvSpPr txBox="1"/>
          <p:nvPr/>
        </p:nvSpPr>
        <p:spPr>
          <a:xfrm>
            <a:off x="3615328" y="8800287"/>
            <a:ext cx="6184901" cy="2286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defRPr sz="1200">
                <a:solidFill>
                  <a:srgbClr val="000000"/>
                </a:solidFill>
                <a:latin typeface="+mn-lt"/>
                <a:ea typeface="+mn-ea"/>
                <a:cs typeface="+mn-cs"/>
                <a:sym typeface="ヒラギノ角ゴ ProN W6"/>
              </a:defRPr>
            </a:lvl1pPr>
          </a:lstStyle>
          <a:p>
            <a:r>
              <a:t>※再生時間が短い場合はショート再生となりますが、限定公開ですのでご安心ください。</a:t>
            </a:r>
          </a:p>
        </p:txBody>
      </p:sp>
      <p:sp>
        <p:nvSpPr>
          <p:cNvPr id="207" name="正方形"/>
          <p:cNvSpPr/>
          <p:nvPr/>
        </p:nvSpPr>
        <p:spPr>
          <a:xfrm>
            <a:off x="518636" y="4931043"/>
            <a:ext cx="2520000" cy="2520000"/>
          </a:xfrm>
          <a:prstGeom prst="rect">
            <a:avLst/>
          </a:prstGeom>
          <a:ln w="25400">
            <a:solidFill>
              <a:srgbClr val="000000"/>
            </a:solidFill>
            <a:miter lim="400000"/>
          </a:ln>
        </p:spPr>
        <p:txBody>
          <a:bodyPr lIns="38100" tIns="38100" rIns="38100" bIns="38100" anchor="ctr"/>
          <a:lstStyle/>
          <a:p>
            <a:pPr defTabSz="778933">
              <a:defRPr sz="2800">
                <a:solidFill>
                  <a:srgbClr val="FFFFFF"/>
                </a:solidFill>
              </a:defRPr>
            </a:pPr>
            <a:endParaRPr/>
          </a:p>
        </p:txBody>
      </p:sp>
      <p:sp>
        <p:nvSpPr>
          <p:cNvPr id="208" name="正方形"/>
          <p:cNvSpPr/>
          <p:nvPr/>
        </p:nvSpPr>
        <p:spPr>
          <a:xfrm>
            <a:off x="619519" y="7625683"/>
            <a:ext cx="1170139" cy="1170140"/>
          </a:xfrm>
          <a:prstGeom prst="rect">
            <a:avLst/>
          </a:prstGeom>
          <a:ln w="25400">
            <a:solidFill>
              <a:srgbClr val="000000"/>
            </a:solidFill>
            <a:miter lim="400000"/>
          </a:ln>
        </p:spPr>
        <p:txBody>
          <a:bodyPr lIns="38100" tIns="38100" rIns="38100" bIns="38100" anchor="ctr"/>
          <a:lstStyle/>
          <a:p>
            <a:pPr defTabSz="778933">
              <a:defRPr sz="2800">
                <a:solidFill>
                  <a:srgbClr val="FFFFFF"/>
                </a:solidFill>
              </a:defRPr>
            </a:pPr>
            <a:endParaRPr/>
          </a:p>
        </p:txBody>
      </p:sp>
      <p:sp>
        <p:nvSpPr>
          <p:cNvPr id="212" name="説明"/>
          <p:cNvSpPr txBox="1"/>
          <p:nvPr/>
        </p:nvSpPr>
        <p:spPr>
          <a:xfrm>
            <a:off x="1891663" y="8204175"/>
            <a:ext cx="2728998" cy="24622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8100" tIns="38100" rIns="38100" bIns="38100" anchor="ctr">
            <a:spAutoFit/>
          </a:bodyPr>
          <a:lstStyle>
            <a:lvl1pPr algn="l">
              <a:defRPr sz="1400">
                <a:solidFill>
                  <a:srgbClr val="000000"/>
                </a:solidFill>
              </a:defRPr>
            </a:lvl1pPr>
          </a:lstStyle>
          <a:p>
            <a:r>
              <a:rPr lang="en" altLang="ja-JP" sz="1100" dirty="0">
                <a:solidFill>
                  <a:schemeClr val="bg2">
                    <a:lumMod val="10000"/>
                  </a:schemeClr>
                </a:solidFill>
              </a:rPr>
              <a:t>{{sub_url_1}}</a:t>
            </a:r>
            <a:endParaRPr sz="1100" dirty="0">
              <a:solidFill>
                <a:schemeClr val="bg2">
                  <a:lumMod val="10000"/>
                </a:schemeClr>
              </a:solidFill>
            </a:endParaRPr>
          </a:p>
        </p:txBody>
      </p:sp>
      <p:graphicFrame>
        <p:nvGraphicFramePr>
          <p:cNvPr id="214" name="表1-1-1-1"/>
          <p:cNvGraphicFramePr/>
          <p:nvPr>
            <p:extLst>
              <p:ext uri="{D42A27DB-BD31-4B8C-83A1-F6EECF244321}">
                <p14:modId xmlns:p14="http://schemas.microsoft.com/office/powerpoint/2010/main" val="3213634196"/>
              </p:ext>
            </p:extLst>
          </p:nvPr>
        </p:nvGraphicFramePr>
        <p:xfrm>
          <a:off x="525462" y="9203528"/>
          <a:ext cx="8702675" cy="2749805"/>
        </p:xfrm>
        <a:graphic>
          <a:graphicData uri="http://schemas.openxmlformats.org/drawingml/2006/table">
            <a:tbl>
              <a:tblPr>
                <a:tableStyleId>{4C3C2611-4C71-4FC5-86AE-919BDF0F9419}</a:tableStyleId>
              </a:tblPr>
              <a:tblGrid>
                <a:gridCol w="8702675">
                  <a:extLst>
                    <a:ext uri="{9D8B030D-6E8A-4147-A177-3AD203B41FA5}">
                      <a16:colId xmlns:a16="http://schemas.microsoft.com/office/drawing/2014/main" val="20000"/>
                    </a:ext>
                  </a:extLst>
                </a:gridCol>
              </a:tblGrid>
              <a:tr h="2749805">
                <a:tc>
                  <a:txBody>
                    <a:bodyPr/>
                    <a:lstStyle/>
                    <a:p>
                      <a:pPr algn="l">
                        <a:defRPr sz="1100">
                          <a:solidFill>
                            <a:srgbClr val="212121"/>
                          </a:solidFill>
                        </a:defRPr>
                      </a:pPr>
                      <a:r>
                        <a:rPr dirty="0" err="1"/>
                        <a:t>上記QRコードまたはURLリンクから施術時の様子が動画で視聴できます</a:t>
                      </a:r>
                      <a:r>
                        <a:rPr dirty="0"/>
                        <a:t>。</a:t>
                      </a:r>
                    </a:p>
                    <a:p>
                      <a:pPr algn="l">
                        <a:defRPr sz="1100">
                          <a:solidFill>
                            <a:srgbClr val="212121"/>
                          </a:solidFill>
                        </a:defRPr>
                      </a:pPr>
                      <a:r>
                        <a:rPr dirty="0" err="1"/>
                        <a:t>動画でご様子を拝見できたほうが、視覚的に分かりやすくより皆様のお力になれると思い作成いたしました</a:t>
                      </a:r>
                      <a:r>
                        <a:rPr dirty="0"/>
                        <a:t>。</a:t>
                      </a:r>
                    </a:p>
                    <a:p>
                      <a:pPr algn="l">
                        <a:defRPr sz="1300">
                          <a:solidFill>
                            <a:srgbClr val="212121"/>
                          </a:solidFill>
                        </a:defRPr>
                      </a:pPr>
                      <a:r>
                        <a:rPr dirty="0" err="1"/>
                        <a:t>スマホでは以下の手順で</a:t>
                      </a:r>
                      <a:r>
                        <a:rPr dirty="0" err="1">
                          <a:latin typeface="+mn-lt"/>
                          <a:ea typeface="+mn-ea"/>
                          <a:cs typeface="+mn-cs"/>
                          <a:sym typeface="ヒラギノ角ゴ ProN W6"/>
                        </a:rPr>
                        <a:t>動画視聴</a:t>
                      </a:r>
                      <a:r>
                        <a:rPr dirty="0" err="1"/>
                        <a:t>できます</a:t>
                      </a:r>
                      <a:r>
                        <a:rPr dirty="0"/>
                        <a:t>。</a:t>
                      </a:r>
                    </a:p>
                    <a:p>
                      <a:pPr algn="l">
                        <a:defRPr sz="1300">
                          <a:solidFill>
                            <a:srgbClr val="212121"/>
                          </a:solidFill>
                        </a:defRPr>
                      </a:pPr>
                      <a:r>
                        <a:rPr dirty="0"/>
                        <a:t>１．写真撮影アプリを起動</a:t>
                      </a:r>
                    </a:p>
                    <a:p>
                      <a:pPr algn="l">
                        <a:defRPr sz="1300">
                          <a:solidFill>
                            <a:srgbClr val="212121"/>
                          </a:solidFill>
                        </a:defRPr>
                      </a:pPr>
                      <a:r>
                        <a:rPr dirty="0"/>
                        <a:t>２．QRコードを撮影画面内にいれる</a:t>
                      </a:r>
                    </a:p>
                    <a:p>
                      <a:pPr algn="l">
                        <a:defRPr sz="1300">
                          <a:solidFill>
                            <a:srgbClr val="212121"/>
                          </a:solidFill>
                        </a:defRPr>
                      </a:pPr>
                      <a:r>
                        <a:rPr dirty="0"/>
                        <a:t>３．リンク先が画面内に表示されたらタップする</a:t>
                      </a:r>
                    </a:p>
                    <a:p>
                      <a:pPr algn="l">
                        <a:defRPr sz="1000">
                          <a:solidFill>
                            <a:srgbClr val="212121"/>
                          </a:solidFill>
                          <a:latin typeface="+mn-lt"/>
                          <a:ea typeface="+mn-ea"/>
                          <a:cs typeface="+mn-cs"/>
                          <a:sym typeface="ヒラギノ角ゴ ProN W6"/>
                        </a:defRPr>
                      </a:pPr>
                      <a:r>
                        <a:rPr dirty="0"/>
                        <a:t>【</a:t>
                      </a:r>
                      <a:r>
                        <a:rPr dirty="0" err="1"/>
                        <a:t>注意</a:t>
                      </a:r>
                      <a:r>
                        <a:rPr dirty="0"/>
                        <a:t>】</a:t>
                      </a:r>
                    </a:p>
                    <a:p>
                      <a:pPr algn="l">
                        <a:defRPr sz="1000">
                          <a:solidFill>
                            <a:schemeClr val="accent5">
                              <a:hueOff val="-82419"/>
                              <a:satOff val="-9513"/>
                              <a:lumOff val="-16343"/>
                            </a:schemeClr>
                          </a:solidFill>
                          <a:latin typeface="+mn-lt"/>
                          <a:ea typeface="+mn-ea"/>
                          <a:cs typeface="+mn-cs"/>
                          <a:sym typeface="ヒラギノ角ゴ ProN W6"/>
                        </a:defRPr>
                      </a:pPr>
                      <a:r>
                        <a:rPr dirty="0" err="1"/>
                        <a:t>動画は限定公開です。本動画のURLを知っている方のみ閲覧可能ですのでご安心ください</a:t>
                      </a:r>
                      <a:r>
                        <a:rPr dirty="0"/>
                        <a:t>。</a:t>
                      </a:r>
                    </a:p>
                    <a:p>
                      <a:pPr algn="l">
                        <a:defRPr sz="1100">
                          <a:solidFill>
                            <a:srgbClr val="212121"/>
                          </a:solidFill>
                        </a:defRPr>
                      </a:pPr>
                      <a:r>
                        <a:rPr dirty="0"/>
                        <a:t>本情報共有シートのQRコード（またはURL）からのみ閲覧できますので、</a:t>
                      </a:r>
                      <a:r>
                        <a:rPr u="sng" dirty="0">
                          <a:latin typeface="+mn-lt"/>
                          <a:ea typeface="+mn-ea"/>
                          <a:cs typeface="+mn-cs"/>
                          <a:sym typeface="ヒラギノ角ゴ ProN W6"/>
                        </a:rPr>
                        <a:t>他の方がYouTube内で検索をして動画を見ることはありません。</a:t>
                      </a:r>
                    </a:p>
                    <a:p>
                      <a:pPr algn="l">
                        <a:defRPr sz="1100">
                          <a:solidFill>
                            <a:srgbClr val="212121"/>
                          </a:solidFill>
                        </a:defRPr>
                      </a:pPr>
                      <a:r>
                        <a:rPr dirty="0"/>
                        <a:t>※</a:t>
                      </a:r>
                      <a:r>
                        <a:rPr dirty="0" err="1"/>
                        <a:t>視聴回数が数回〜となることもありますが、からだアシスト社員が動画再生の確認で再生（視聴）している</a:t>
                      </a:r>
                      <a:endParaRPr dirty="0"/>
                    </a:p>
                    <a:p>
                      <a:pPr algn="l">
                        <a:defRPr sz="1100">
                          <a:solidFill>
                            <a:srgbClr val="212121"/>
                          </a:solidFill>
                        </a:defRPr>
                      </a:pPr>
                      <a:r>
                        <a:rPr dirty="0" err="1"/>
                        <a:t>ためですのでご安心ください</a:t>
                      </a:r>
                      <a:r>
                        <a:rPr dirty="0"/>
                        <a:t>。</a:t>
                      </a:r>
                    </a:p>
                  </a:txBody>
                  <a:tcPr marL="50800" marR="50800" marT="50800" marB="5080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tcPr>
                </a:tc>
                <a:extLst>
                  <a:ext uri="{0D108BD9-81ED-4DB2-BD59-A6C34878D82A}">
                    <a16:rowId xmlns:a16="http://schemas.microsoft.com/office/drawing/2014/main" val="10000"/>
                  </a:ext>
                </a:extLst>
              </a:tr>
            </a:tbl>
          </a:graphicData>
        </a:graphic>
      </p:graphicFrame>
      <p:pic>
        <p:nvPicPr>
          <p:cNvPr id="215" name="Unknown.png" descr="Unknown.png"/>
          <p:cNvPicPr>
            <a:picLocks noChangeAspect="1"/>
          </p:cNvPicPr>
          <p:nvPr/>
        </p:nvPicPr>
        <p:blipFill>
          <a:blip r:embed="rId4"/>
          <a:stretch>
            <a:fillRect/>
          </a:stretch>
        </p:blipFill>
        <p:spPr>
          <a:xfrm>
            <a:off x="6197079" y="4897587"/>
            <a:ext cx="1739901" cy="974345"/>
          </a:xfrm>
          <a:prstGeom prst="rect">
            <a:avLst/>
          </a:prstGeom>
          <a:ln w="3175">
            <a:miter lim="400000"/>
          </a:ln>
        </p:spPr>
      </p:pic>
      <p:sp>
        <p:nvSpPr>
          <p:cNvPr id="216" name="（限定公開）"/>
          <p:cNvSpPr txBox="1"/>
          <p:nvPr/>
        </p:nvSpPr>
        <p:spPr>
          <a:xfrm>
            <a:off x="7795251" y="5271853"/>
            <a:ext cx="1612901" cy="33020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l"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a:solidFill>
                  <a:srgbClr val="000000"/>
                </a:solidFill>
                <a:latin typeface="+mn-lt"/>
                <a:ea typeface="+mn-ea"/>
                <a:cs typeface="+mn-cs"/>
                <a:sym typeface="ヒラギノ角ゴ ProN W6"/>
              </a:defRPr>
            </a:lvl1pPr>
          </a:lstStyle>
          <a:p>
            <a:r>
              <a:t>（限定公開）</a:t>
            </a:r>
          </a:p>
        </p:txBody>
      </p:sp>
      <p:sp>
        <p:nvSpPr>
          <p:cNvPr id="2" name="ご利用者名： 〇〇 〇〇 様">
            <a:extLst>
              <a:ext uri="{FF2B5EF4-FFF2-40B4-BE49-F238E27FC236}">
                <a16:creationId xmlns:a16="http://schemas.microsoft.com/office/drawing/2014/main" id="{6E5A4768-AF54-4C53-D78B-0ADAFF784C70}"/>
              </a:ext>
            </a:extLst>
          </p:cNvPr>
          <p:cNvSpPr txBox="1"/>
          <p:nvPr/>
        </p:nvSpPr>
        <p:spPr>
          <a:xfrm>
            <a:off x="583613" y="958167"/>
            <a:ext cx="1308050" cy="323165"/>
          </a:xfrm>
          <a:prstGeom prst="rect">
            <a:avLst/>
          </a:prstGeom>
          <a:ln w="6350">
            <a:no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l">
              <a:defRPr sz="1600">
                <a:solidFill>
                  <a:srgbClr val="212121"/>
                </a:solidFill>
              </a:defRPr>
            </a:lvl1pPr>
          </a:lstStyle>
          <a:p>
            <a:r>
              <a:rPr dirty="0" err="1"/>
              <a:t>ご利用者名</a:t>
            </a:r>
            <a:r>
              <a:rPr dirty="0"/>
              <a:t>：</a:t>
            </a:r>
          </a:p>
        </p:txBody>
      </p:sp>
      <p:sp>
        <p:nvSpPr>
          <p:cNvPr id="3" name="テキスト ボックス 2">
            <a:extLst>
              <a:ext uri="{FF2B5EF4-FFF2-40B4-BE49-F238E27FC236}">
                <a16:creationId xmlns:a16="http://schemas.microsoft.com/office/drawing/2014/main" id="{6BFD2D71-37CE-8D26-0B01-7AF4DD8216D0}"/>
              </a:ext>
            </a:extLst>
          </p:cNvPr>
          <p:cNvSpPr txBox="1"/>
          <p:nvPr/>
        </p:nvSpPr>
        <p:spPr>
          <a:xfrm>
            <a:off x="1801445" y="954000"/>
            <a:ext cx="1766945" cy="3231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r>
              <a:rPr lang="en" altLang="ja-JP" sz="1600" dirty="0">
                <a:solidFill>
                  <a:schemeClr val="bg2">
                    <a:lumMod val="10000"/>
                  </a:schemeClr>
                </a:solidFill>
              </a:rPr>
              <a:t>{{</a:t>
            </a:r>
            <a:r>
              <a:rPr lang="en" altLang="ja-JP" sz="1600" dirty="0" err="1">
                <a:solidFill>
                  <a:schemeClr val="bg2">
                    <a:lumMod val="10000"/>
                  </a:schemeClr>
                </a:solidFill>
              </a:rPr>
              <a:t>patient_name</a:t>
            </a:r>
            <a:r>
              <a:rPr lang="en" altLang="ja-JP" sz="1600" dirty="0">
                <a:solidFill>
                  <a:schemeClr val="bg2">
                    <a:lumMod val="10000"/>
                  </a:schemeClr>
                </a:solidFill>
              </a:rPr>
              <a:t>}}</a:t>
            </a:r>
            <a:endParaRPr kumimoji="0" lang="ja-JP" altLang="en-US" sz="1600" b="0" i="0" u="none" strike="noStrike" cap="none" spc="0" normalizeH="0" baseline="0">
              <a:ln>
                <a:noFill/>
              </a:ln>
              <a:solidFill>
                <a:schemeClr val="bg2">
                  <a:lumMod val="10000"/>
                </a:schemeClr>
              </a:solidFill>
              <a:effectLst/>
              <a:uFillTx/>
              <a:latin typeface="ヒラギノ角ゴ ProN W3"/>
              <a:ea typeface="ヒラギノ角ゴ ProN W3"/>
              <a:cs typeface="ヒラギノ角ゴ ProN W3"/>
              <a:sym typeface="ヒラギノ角ゴ ProN W3"/>
            </a:endParaRPr>
          </a:p>
        </p:txBody>
      </p:sp>
      <p:sp>
        <p:nvSpPr>
          <p:cNvPr id="4" name="テキスト ボックス 3">
            <a:extLst>
              <a:ext uri="{FF2B5EF4-FFF2-40B4-BE49-F238E27FC236}">
                <a16:creationId xmlns:a16="http://schemas.microsoft.com/office/drawing/2014/main" id="{062BD7E3-7786-7C4E-6F92-03D13922176C}"/>
              </a:ext>
            </a:extLst>
          </p:cNvPr>
          <p:cNvSpPr txBox="1"/>
          <p:nvPr/>
        </p:nvSpPr>
        <p:spPr>
          <a:xfrm>
            <a:off x="3597944" y="958166"/>
            <a:ext cx="282129" cy="3231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pPr marL="0" marR="0" indent="0" algn="ctr" defTabSz="2311906" rtl="0" fontAlgn="auto" latinLnBrk="0" hangingPunct="0">
              <a:lnSpc>
                <a:spcPct val="100000"/>
              </a:lnSpc>
              <a:spcBef>
                <a:spcPts val="0"/>
              </a:spcBef>
              <a:spcAft>
                <a:spcPts val="0"/>
              </a:spcAft>
              <a:buClrTx/>
              <a:buSzTx/>
              <a:buFontTx/>
              <a:buNone/>
              <a:tabLst/>
            </a:pPr>
            <a:r>
              <a:rPr kumimoji="0" lang="ja-JP" altLang="en-US" sz="1600" b="0" i="0" u="none" strike="noStrike" cap="none" spc="0" normalizeH="0" baseline="0">
                <a:ln>
                  <a:noFill/>
                </a:ln>
                <a:solidFill>
                  <a:schemeClr val="bg2">
                    <a:lumMod val="10000"/>
                  </a:schemeClr>
                </a:solidFill>
                <a:effectLst/>
                <a:uFillTx/>
                <a:latin typeface="ヒラギノ角ゴ ProN W3"/>
                <a:ea typeface="ヒラギノ角ゴ ProN W3"/>
                <a:cs typeface="ヒラギノ角ゴ ProN W3"/>
                <a:sym typeface="ヒラギノ角ゴ ProN W3"/>
              </a:rPr>
              <a:t>様</a:t>
            </a:r>
          </a:p>
        </p:txBody>
      </p:sp>
      <p:sp>
        <p:nvSpPr>
          <p:cNvPr id="5" name="正方形/長方形 4">
            <a:extLst>
              <a:ext uri="{FF2B5EF4-FFF2-40B4-BE49-F238E27FC236}">
                <a16:creationId xmlns:a16="http://schemas.microsoft.com/office/drawing/2014/main" id="{8BACE368-7D42-8BFF-B20C-CCCA862B208E}"/>
              </a:ext>
            </a:extLst>
          </p:cNvPr>
          <p:cNvSpPr/>
          <p:nvPr/>
        </p:nvSpPr>
        <p:spPr>
          <a:xfrm>
            <a:off x="583613" y="980049"/>
            <a:ext cx="3296460" cy="279401"/>
          </a:xfrm>
          <a:prstGeom prst="rect">
            <a:avLst/>
          </a:prstGeom>
          <a:noFill/>
          <a:ln w="9525"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marL="0" marR="0" indent="0" algn="ctr" defTabSz="778933" rtl="0" fontAlgn="auto" latinLnBrk="0" hangingPunct="0">
              <a:lnSpc>
                <a:spcPct val="100000"/>
              </a:lnSpc>
              <a:spcBef>
                <a:spcPts val="0"/>
              </a:spcBef>
              <a:spcAft>
                <a:spcPts val="0"/>
              </a:spcAft>
              <a:buClrTx/>
              <a:buSzTx/>
              <a:buFontTx/>
              <a:buNone/>
              <a:tabLst/>
            </a:pPr>
            <a:endParaRPr kumimoji="0" lang="ja-JP" altLang="en-US" sz="2800" b="0" i="0" u="none" strike="noStrike" cap="none" spc="0" normalizeH="0" baseline="0">
              <a:ln>
                <a:noFill/>
              </a:ln>
              <a:solidFill>
                <a:srgbClr val="FFFFFF"/>
              </a:solidFill>
              <a:effectLst/>
              <a:uFillTx/>
              <a:latin typeface="ヒラギノ角ゴ ProN W3"/>
              <a:ea typeface="ヒラギノ角ゴ ProN W3"/>
              <a:cs typeface="ヒラギノ角ゴ ProN W3"/>
              <a:sym typeface="ヒラギノ角ゴ ProN W3"/>
            </a:endParaRPr>
          </a:p>
        </p:txBody>
      </p:sp>
      <p:sp>
        <p:nvSpPr>
          <p:cNvPr id="6" name="担当施術者名：野間 一輝">
            <a:extLst>
              <a:ext uri="{FF2B5EF4-FFF2-40B4-BE49-F238E27FC236}">
                <a16:creationId xmlns:a16="http://schemas.microsoft.com/office/drawing/2014/main" id="{D097BF28-B250-CE9D-D9C0-FA4100DB38DE}"/>
              </a:ext>
            </a:extLst>
          </p:cNvPr>
          <p:cNvSpPr txBox="1"/>
          <p:nvPr/>
        </p:nvSpPr>
        <p:spPr>
          <a:xfrm>
            <a:off x="6316760" y="1361365"/>
            <a:ext cx="1513236" cy="323165"/>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r">
              <a:defRPr sz="1600">
                <a:solidFill>
                  <a:srgbClr val="212121"/>
                </a:solidFill>
              </a:defRPr>
            </a:lvl1pPr>
          </a:lstStyle>
          <a:p>
            <a:r>
              <a:rPr dirty="0" err="1">
                <a:solidFill>
                  <a:schemeClr val="bg2">
                    <a:lumMod val="10000"/>
                  </a:schemeClr>
                </a:solidFill>
              </a:rPr>
              <a:t>担当施術者名</a:t>
            </a:r>
            <a:r>
              <a:rPr lang="ja-JP" altLang="en-US">
                <a:solidFill>
                  <a:schemeClr val="bg2">
                    <a:lumMod val="10000"/>
                  </a:schemeClr>
                </a:solidFill>
              </a:rPr>
              <a:t>：</a:t>
            </a:r>
            <a:endParaRPr dirty="0">
              <a:solidFill>
                <a:schemeClr val="bg2">
                  <a:lumMod val="10000"/>
                </a:schemeClr>
              </a:solidFill>
            </a:endParaRPr>
          </a:p>
        </p:txBody>
      </p:sp>
      <p:sp>
        <p:nvSpPr>
          <p:cNvPr id="7" name="作成日 2026年 月 日">
            <a:extLst>
              <a:ext uri="{FF2B5EF4-FFF2-40B4-BE49-F238E27FC236}">
                <a16:creationId xmlns:a16="http://schemas.microsoft.com/office/drawing/2014/main" id="{D32BA9FE-EC63-947B-B9BA-FECCBCC7DC06}"/>
              </a:ext>
            </a:extLst>
          </p:cNvPr>
          <p:cNvSpPr txBox="1"/>
          <p:nvPr/>
        </p:nvSpPr>
        <p:spPr>
          <a:xfrm>
            <a:off x="6941002" y="922977"/>
            <a:ext cx="692497" cy="323165"/>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r">
              <a:defRPr sz="1600">
                <a:solidFill>
                  <a:srgbClr val="212121"/>
                </a:solidFill>
              </a:defRPr>
            </a:lvl1pPr>
          </a:lstStyle>
          <a:p>
            <a:r>
              <a:rPr dirty="0" err="1"/>
              <a:t>作成日</a:t>
            </a:r>
            <a:endParaRPr dirty="0"/>
          </a:p>
        </p:txBody>
      </p:sp>
      <p:sp>
        <p:nvSpPr>
          <p:cNvPr id="8" name="テキスト ボックス 7">
            <a:extLst>
              <a:ext uri="{FF2B5EF4-FFF2-40B4-BE49-F238E27FC236}">
                <a16:creationId xmlns:a16="http://schemas.microsoft.com/office/drawing/2014/main" id="{5E00EEF1-C5D5-60CD-75E0-5D72B8AA3060}"/>
              </a:ext>
            </a:extLst>
          </p:cNvPr>
          <p:cNvSpPr txBox="1"/>
          <p:nvPr/>
        </p:nvSpPr>
        <p:spPr>
          <a:xfrm>
            <a:off x="7825585" y="1345870"/>
            <a:ext cx="1923604" cy="3231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r>
              <a:rPr lang="en" altLang="ja-JP" sz="1600" dirty="0">
                <a:solidFill>
                  <a:schemeClr val="bg2">
                    <a:lumMod val="10000"/>
                  </a:schemeClr>
                </a:solidFill>
              </a:rPr>
              <a:t>{{</a:t>
            </a:r>
            <a:r>
              <a:rPr lang="en" altLang="ja-JP" sz="1600" dirty="0" err="1">
                <a:solidFill>
                  <a:schemeClr val="bg2">
                    <a:lumMod val="10000"/>
                  </a:schemeClr>
                </a:solidFill>
              </a:rPr>
              <a:t>therapist_name</a:t>
            </a:r>
            <a:r>
              <a:rPr lang="en" altLang="ja-JP" sz="1600" dirty="0">
                <a:solidFill>
                  <a:schemeClr val="bg2">
                    <a:lumMod val="10000"/>
                  </a:schemeClr>
                </a:solidFill>
              </a:rPr>
              <a:t>}}</a:t>
            </a:r>
            <a:endParaRPr kumimoji="0" lang="ja-JP" altLang="en-US" sz="1600" b="0" i="0" u="none" strike="noStrike" cap="none" spc="0" normalizeH="0" baseline="0">
              <a:ln>
                <a:noFill/>
              </a:ln>
              <a:solidFill>
                <a:schemeClr val="bg2">
                  <a:lumMod val="10000"/>
                </a:schemeClr>
              </a:solidFill>
              <a:effectLst/>
              <a:uFillTx/>
              <a:latin typeface="ヒラギノ角ゴ ProN W3"/>
              <a:ea typeface="ヒラギノ角ゴ ProN W3"/>
              <a:cs typeface="ヒラギノ角ゴ ProN W3"/>
              <a:sym typeface="ヒラギノ角ゴ ProN W3"/>
            </a:endParaRPr>
          </a:p>
        </p:txBody>
      </p:sp>
      <p:sp>
        <p:nvSpPr>
          <p:cNvPr id="9" name="テキスト ボックス 8">
            <a:extLst>
              <a:ext uri="{FF2B5EF4-FFF2-40B4-BE49-F238E27FC236}">
                <a16:creationId xmlns:a16="http://schemas.microsoft.com/office/drawing/2014/main" id="{54E22529-0952-8F34-F8D7-5AB033C57E5F}"/>
              </a:ext>
            </a:extLst>
          </p:cNvPr>
          <p:cNvSpPr txBox="1"/>
          <p:nvPr/>
        </p:nvSpPr>
        <p:spPr>
          <a:xfrm>
            <a:off x="7783232" y="909052"/>
            <a:ext cx="1692771" cy="323165"/>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r>
              <a:rPr lang="en" altLang="ja-JP" sz="1600" dirty="0">
                <a:solidFill>
                  <a:schemeClr val="bg2">
                    <a:lumMod val="10000"/>
                  </a:schemeClr>
                </a:solidFill>
              </a:rPr>
              <a:t>{{</a:t>
            </a:r>
            <a:r>
              <a:rPr lang="en" altLang="ja-JP" sz="1600" dirty="0" err="1">
                <a:solidFill>
                  <a:schemeClr val="bg2">
                    <a:lumMod val="10000"/>
                  </a:schemeClr>
                </a:solidFill>
              </a:rPr>
              <a:t>created_date</a:t>
            </a:r>
            <a:r>
              <a:rPr lang="en" altLang="ja-JP" sz="1600" dirty="0">
                <a:solidFill>
                  <a:schemeClr val="bg2">
                    <a:lumMod val="10000"/>
                  </a:schemeClr>
                </a:solidFill>
              </a:rPr>
              <a:t>}}</a:t>
            </a:r>
            <a:endParaRPr kumimoji="0" lang="ja-JP" altLang="en-US" sz="1600" b="0" i="0" u="none" strike="noStrike" cap="none" spc="0" normalizeH="0" baseline="0">
              <a:ln>
                <a:noFill/>
              </a:ln>
              <a:solidFill>
                <a:schemeClr val="bg2">
                  <a:lumMod val="10000"/>
                </a:schemeClr>
              </a:solidFill>
              <a:effectLst/>
              <a:uFillTx/>
              <a:latin typeface="ヒラギノ角ゴ ProN W3"/>
              <a:ea typeface="ヒラギノ角ゴ ProN W3"/>
              <a:cs typeface="ヒラギノ角ゴ ProN W3"/>
              <a:sym typeface="ヒラギノ角ゴ ProN W3"/>
            </a:endParaRPr>
          </a:p>
        </p:txBody>
      </p:sp>
      <p:sp>
        <p:nvSpPr>
          <p:cNvPr id="10" name="テキスト ボックス 9">
            <a:extLst>
              <a:ext uri="{FF2B5EF4-FFF2-40B4-BE49-F238E27FC236}">
                <a16:creationId xmlns:a16="http://schemas.microsoft.com/office/drawing/2014/main" id="{9B23E844-A2B9-B30B-0A65-E17764E39492}"/>
              </a:ext>
            </a:extLst>
          </p:cNvPr>
          <p:cNvSpPr txBox="1"/>
          <p:nvPr/>
        </p:nvSpPr>
        <p:spPr>
          <a:xfrm>
            <a:off x="525462" y="4946200"/>
            <a:ext cx="2484000" cy="248400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r>
              <a:rPr lang="en" altLang="ja-JP" sz="1000" dirty="0"/>
              <a:t>{{</a:t>
            </a:r>
            <a:r>
              <a:rPr lang="en" altLang="ja-JP" sz="1000" dirty="0" err="1"/>
              <a:t>main_qr_box</a:t>
            </a:r>
            <a:r>
              <a:rPr lang="en" altLang="ja-JP" sz="1000" dirty="0"/>
              <a:t>}}</a:t>
            </a:r>
            <a:endParaRPr kumimoji="0" lang="ja-JP" altLang="en-US" sz="1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endParaRPr>
          </a:p>
        </p:txBody>
      </p:sp>
      <p:sp>
        <p:nvSpPr>
          <p:cNvPr id="11" name="テキスト ボックス 10">
            <a:extLst>
              <a:ext uri="{FF2B5EF4-FFF2-40B4-BE49-F238E27FC236}">
                <a16:creationId xmlns:a16="http://schemas.microsoft.com/office/drawing/2014/main" id="{3E93D04B-B6FF-31C8-E203-987AC80C1D49}"/>
              </a:ext>
            </a:extLst>
          </p:cNvPr>
          <p:cNvSpPr txBox="1"/>
          <p:nvPr/>
        </p:nvSpPr>
        <p:spPr>
          <a:xfrm>
            <a:off x="648000" y="7650000"/>
            <a:ext cx="1116000" cy="111600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38100" tIns="38100" rIns="38100" bIns="38100" numCol="1" spcCol="38100" rtlCol="0" anchor="ctr">
            <a:spAutoFit/>
          </a:bodyPr>
          <a:lstStyle/>
          <a:p>
            <a:r>
              <a:rPr lang="en" altLang="ja-JP" sz="1000" dirty="0"/>
              <a:t>{{</a:t>
            </a:r>
            <a:r>
              <a:rPr lang="en" altLang="ja-JP" sz="1000" dirty="0" err="1"/>
              <a:t>sub_qr_box</a:t>
            </a:r>
            <a:r>
              <a:rPr lang="en" altLang="ja-JP" sz="1000" dirty="0"/>
              <a:t>}}</a:t>
            </a:r>
            <a:endParaRPr kumimoji="0" lang="ja-JP" altLang="en-US" sz="1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endParaRPr>
          </a:p>
        </p:txBody>
      </p:sp>
      <p:sp>
        <p:nvSpPr>
          <p:cNvPr id="13" name="テキスト ボックス 12">
            <a:extLst>
              <a:ext uri="{FF2B5EF4-FFF2-40B4-BE49-F238E27FC236}">
                <a16:creationId xmlns:a16="http://schemas.microsoft.com/office/drawing/2014/main" id="{7352C227-44A6-A57C-D4CD-51DF2A143F2F}"/>
              </a:ext>
            </a:extLst>
          </p:cNvPr>
          <p:cNvSpPr txBox="1"/>
          <p:nvPr/>
        </p:nvSpPr>
        <p:spPr>
          <a:xfrm>
            <a:off x="3139484" y="5157054"/>
            <a:ext cx="2670765" cy="353943"/>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l"/>
            <a:r>
              <a:rPr lang="en" altLang="ja-JP" sz="1800" dirty="0">
                <a:solidFill>
                  <a:schemeClr val="bg2">
                    <a:lumMod val="10000"/>
                  </a:schemeClr>
                </a:solidFill>
              </a:rPr>
              <a:t>{{</a:t>
            </a:r>
            <a:r>
              <a:rPr lang="en" altLang="ja-JP" sz="1800" dirty="0" err="1">
                <a:solidFill>
                  <a:schemeClr val="bg2">
                    <a:lumMod val="10000"/>
                  </a:schemeClr>
                </a:solidFill>
              </a:rPr>
              <a:t>main_title</a:t>
            </a:r>
            <a:r>
              <a:rPr lang="en" altLang="ja-JP" sz="1800" dirty="0">
                <a:solidFill>
                  <a:schemeClr val="bg2">
                    <a:lumMod val="10000"/>
                  </a:schemeClr>
                </a:solidFill>
              </a:rPr>
              <a:t>}}</a:t>
            </a:r>
            <a:endParaRPr kumimoji="0" lang="ja-JP" altLang="en-US" sz="1800" b="0" i="0" u="none" strike="noStrike" cap="none" spc="0" normalizeH="0" baseline="0">
              <a:ln>
                <a:noFill/>
              </a:ln>
              <a:solidFill>
                <a:schemeClr val="bg2">
                  <a:lumMod val="10000"/>
                </a:schemeClr>
              </a:solidFill>
              <a:effectLst/>
              <a:uFillTx/>
              <a:latin typeface="ヒラギノ角ゴ ProN W3"/>
              <a:ea typeface="ヒラギノ角ゴ ProN W3"/>
              <a:cs typeface="ヒラギノ角ゴ ProN W3"/>
              <a:sym typeface="ヒラギノ角ゴ ProN W3"/>
            </a:endParaRPr>
          </a:p>
        </p:txBody>
      </p:sp>
      <p:sp>
        <p:nvSpPr>
          <p:cNvPr id="14" name="テキスト ボックス 13">
            <a:extLst>
              <a:ext uri="{FF2B5EF4-FFF2-40B4-BE49-F238E27FC236}">
                <a16:creationId xmlns:a16="http://schemas.microsoft.com/office/drawing/2014/main" id="{56B9B7F1-F190-B4E1-5B02-720CC8275340}"/>
              </a:ext>
            </a:extLst>
          </p:cNvPr>
          <p:cNvSpPr txBox="1"/>
          <p:nvPr/>
        </p:nvSpPr>
        <p:spPr>
          <a:xfrm>
            <a:off x="1891663" y="7634052"/>
            <a:ext cx="2334348" cy="321477"/>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l"/>
            <a:r>
              <a:rPr lang="en" altLang="ja-JP" sz="1600" dirty="0">
                <a:solidFill>
                  <a:schemeClr val="bg2">
                    <a:lumMod val="10000"/>
                  </a:schemeClr>
                </a:solidFill>
              </a:rPr>
              <a:t>{{sub_title_1}}</a:t>
            </a:r>
            <a:endParaRPr kumimoji="0" lang="ja-JP" altLang="en-US" sz="1600" b="0" i="0" u="none" strike="noStrike" cap="none" spc="0" normalizeH="0" baseline="0">
              <a:ln>
                <a:noFill/>
              </a:ln>
              <a:solidFill>
                <a:schemeClr val="bg2">
                  <a:lumMod val="10000"/>
                </a:schemeClr>
              </a:solidFill>
              <a:effectLst/>
              <a:uFillTx/>
              <a:latin typeface="ヒラギノ角ゴ ProN W3"/>
              <a:ea typeface="ヒラギノ角ゴ ProN W3"/>
              <a:cs typeface="ヒラギノ角ゴ ProN W3"/>
              <a:sym typeface="ヒラギノ角ゴ ProN W3"/>
            </a:endParaRPr>
          </a:p>
        </p:txBody>
      </p:sp>
      <p:sp>
        <p:nvSpPr>
          <p:cNvPr id="12" name="テキスト ボックス 11">
            <a:extLst>
              <a:ext uri="{FF2B5EF4-FFF2-40B4-BE49-F238E27FC236}">
                <a16:creationId xmlns:a16="http://schemas.microsoft.com/office/drawing/2014/main" id="{D2661603-E661-1C05-C01F-A08DA60A0C8B}"/>
              </a:ext>
            </a:extLst>
          </p:cNvPr>
          <p:cNvSpPr txBox="1"/>
          <p:nvPr/>
        </p:nvSpPr>
        <p:spPr>
          <a:xfrm>
            <a:off x="3139535" y="5944155"/>
            <a:ext cx="2789937" cy="261610"/>
          </a:xfrm>
          <a:prstGeom prst="rect">
            <a:avLst/>
          </a:prstGeom>
          <a:noFill/>
          <a:ln w="3175"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8100" tIns="38100" rIns="38100" bIns="38100" numCol="1" spcCol="38100" rtlCol="0" anchor="ctr">
            <a:spAutoFit/>
          </a:bodyPr>
          <a:lstStyle/>
          <a:p>
            <a:pPr algn="l"/>
            <a:r>
              <a:rPr lang="en" altLang="ja-JP" sz="1200" dirty="0">
                <a:solidFill>
                  <a:schemeClr val="bg2">
                    <a:lumMod val="10000"/>
                  </a:schemeClr>
                </a:solidFill>
              </a:rPr>
              <a:t>{{</a:t>
            </a:r>
            <a:r>
              <a:rPr lang="en" altLang="ja-JP" sz="1200" dirty="0" err="1">
                <a:solidFill>
                  <a:schemeClr val="bg2">
                    <a:lumMod val="10000"/>
                  </a:schemeClr>
                </a:solidFill>
              </a:rPr>
              <a:t>main_url</a:t>
            </a:r>
            <a:r>
              <a:rPr lang="en" altLang="ja-JP" sz="1200" dirty="0">
                <a:solidFill>
                  <a:schemeClr val="bg2">
                    <a:lumMod val="10000"/>
                  </a:schemeClr>
                </a:solidFill>
              </a:rPr>
              <a:t>}}</a:t>
            </a:r>
            <a:endParaRPr kumimoji="0" lang="ja-JP" altLang="en-US" sz="1200" b="0" i="0" u="none" strike="noStrike" cap="none" spc="0" normalizeH="0" baseline="0">
              <a:ln>
                <a:noFill/>
              </a:ln>
              <a:solidFill>
                <a:schemeClr val="bg2">
                  <a:lumMod val="10000"/>
                </a:schemeClr>
              </a:solidFill>
              <a:effectLst/>
              <a:uFillTx/>
              <a:latin typeface="ヒラギノ角ゴ ProN W3"/>
              <a:ea typeface="ヒラギノ角ゴ ProN W3"/>
              <a:cs typeface="ヒラギノ角ゴ ProN W3"/>
              <a:sym typeface="ヒラギノ角ゴ ProN W3"/>
            </a:endParaRPr>
          </a:p>
        </p:txBody>
      </p:sp>
    </p:spTree>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ヒラギノ角ゴ ProN W6"/>
        <a:ea typeface="ヒラギノ角ゴ ProN W6"/>
        <a:cs typeface="ヒラギノ角ゴ ProN W6"/>
      </a:majorFont>
      <a:minorFont>
        <a:latin typeface="ヒラギノ角ゴ ProN W6"/>
        <a:ea typeface="ヒラギノ角ゴ ProN W6"/>
        <a:cs typeface="ヒラギノ角ゴ ProN W6"/>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778933"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ヒラギノ角ゴ ProN W6"/>
        <a:ea typeface="ヒラギノ角ゴ ProN W6"/>
        <a:cs typeface="ヒラギノ角ゴ ProN W6"/>
      </a:majorFont>
      <a:minorFont>
        <a:latin typeface="ヒラギノ角ゴ ProN W6"/>
        <a:ea typeface="ヒラギノ角ゴ ProN W6"/>
        <a:cs typeface="ヒラギノ角ゴ ProN W6"/>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778933" rtl="0" fontAlgn="auto" latinLnBrk="0" hangingPunct="0">
          <a:lnSpc>
            <a:spcPct val="100000"/>
          </a:lnSpc>
          <a:spcBef>
            <a:spcPts val="0"/>
          </a:spcBef>
          <a:spcAft>
            <a:spcPts val="0"/>
          </a:spcAft>
          <a:buClrTx/>
          <a:buSzTx/>
          <a:buFontTx/>
          <a:buNone/>
          <a:tabLst/>
          <a:defRPr kumimoji="0" sz="2800" b="0" i="0" u="none" strike="noStrike" cap="none" spc="0" normalizeH="0" baseline="0">
            <a:ln>
              <a:noFill/>
            </a:ln>
            <a:solidFill>
              <a:srgbClr val="FFFFFF"/>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3175" cap="flat">
          <a:noFill/>
          <a:miter lim="400000"/>
        </a:ln>
        <a:effectLst/>
        <a:sp3d/>
      </a:spPr>
      <a:bodyPr rot="0" spcFirstLastPara="1" vertOverflow="overflow" horzOverflow="overflow" vert="horz" wrap="square" lIns="38100" tIns="38100" rIns="38100" bIns="38100" numCol="1" spcCol="38100" rtlCol="0" anchor="ctr">
        <a:spAutoFit/>
      </a:bodyPr>
      <a:lstStyle>
        <a:defPPr marL="0" marR="0" indent="0" algn="ctr" defTabSz="2311906" rtl="0" fontAlgn="auto" latinLnBrk="0" hangingPunct="0">
          <a:lnSpc>
            <a:spcPct val="100000"/>
          </a:lnSpc>
          <a:spcBef>
            <a:spcPts val="0"/>
          </a:spcBef>
          <a:spcAft>
            <a:spcPts val="0"/>
          </a:spcAft>
          <a:buClrTx/>
          <a:buSzTx/>
          <a:buFontTx/>
          <a:buNone/>
          <a:tabLst/>
          <a:defRPr kumimoji="0" sz="2000" b="0" i="0" u="none" strike="noStrike" cap="none" spc="0" normalizeH="0" baseline="0">
            <a:ln>
              <a:noFill/>
            </a:ln>
            <a:solidFill>
              <a:srgbClr val="5E5E5E"/>
            </a:solidFill>
            <a:effectLst/>
            <a:uFillTx/>
            <a:latin typeface="ヒラギノ角ゴ ProN W3"/>
            <a:ea typeface="ヒラギノ角ゴ ProN W3"/>
            <a:cs typeface="ヒラギノ角ゴ ProN W3"/>
            <a:sym typeface="ヒラギノ角ゴ ProN W3"/>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200</TotalTime>
  <Words>184</Words>
  <Application>Microsoft Macintosh PowerPoint</Application>
  <PresentationFormat>ユーザー設定</PresentationFormat>
  <Paragraphs>39</Paragraphs>
  <Slides>1</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vt:i4>
      </vt:variant>
    </vt:vector>
  </HeadingPairs>
  <TitlesOfParts>
    <vt:vector size="4" baseType="lpstr">
      <vt:lpstr>ヒラギノ角ゴ ProN W3</vt:lpstr>
      <vt:lpstr>ヒラギノ角ゴ ProN W6</vt:lpstr>
      <vt:lpstr>21_BasicWhite</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Apple</cp:lastModifiedBy>
  <cp:revision>9</cp:revision>
  <dcterms:modified xsi:type="dcterms:W3CDTF">2026-05-03T02:16:07Z</dcterms:modified>
</cp:coreProperties>
</file>